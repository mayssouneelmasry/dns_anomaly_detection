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handoutMasterIdLst>
    <p:handoutMasterId r:id="rId20"/>
  </p:handoutMasterIdLst>
  <p:sldIdLst>
    <p:sldId id="257" r:id="rId5"/>
    <p:sldId id="259" r:id="rId6"/>
    <p:sldId id="268" r:id="rId7"/>
    <p:sldId id="267" r:id="rId8"/>
    <p:sldId id="269" r:id="rId9"/>
    <p:sldId id="270" r:id="rId10"/>
    <p:sldId id="272" r:id="rId11"/>
    <p:sldId id="262" r:id="rId12"/>
    <p:sldId id="274" r:id="rId13"/>
    <p:sldId id="263" r:id="rId14"/>
    <p:sldId id="271" r:id="rId15"/>
    <p:sldId id="275" r:id="rId16"/>
    <p:sldId id="276" r:id="rId17"/>
    <p:sldId id="273" r:id="rId1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CC"/>
    <a:srgbClr val="394404"/>
    <a:srgbClr val="5F6F0F"/>
    <a:srgbClr val="718412"/>
    <a:srgbClr val="65741A"/>
    <a:srgbClr val="70811D"/>
    <a:srgbClr val="7B8D1F"/>
    <a:srgbClr val="839721"/>
    <a:srgbClr val="95AB25"/>
    <a:srgbClr val="BC5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F06D73-A1B2-4B74-98EC-5853DA6C8527}" v="90" dt="2024-12-17T20:24:54.3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7" autoAdjust="0"/>
    <p:restoredTop sz="94660"/>
  </p:normalViewPr>
  <p:slideViewPr>
    <p:cSldViewPr>
      <p:cViewPr varScale="1">
        <p:scale>
          <a:sx n="82" d="100"/>
          <a:sy n="82" d="100"/>
        </p:scale>
        <p:origin x="720" y="7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na Ferra" userId="98f8b9f04fcd9a6b" providerId="LiveId" clId="{81F06D73-A1B2-4B74-98EC-5853DA6C8527}"/>
    <pc:docChg chg="undo custSel addSld delSld modSld sldOrd">
      <pc:chgData name="Amina Ferra" userId="98f8b9f04fcd9a6b" providerId="LiveId" clId="{81F06D73-A1B2-4B74-98EC-5853DA6C8527}" dt="2024-12-17T20:30:27.308" v="1947" actId="20577"/>
      <pc:docMkLst>
        <pc:docMk/>
      </pc:docMkLst>
      <pc:sldChg chg="addSp delSp modSp mod ord">
        <pc:chgData name="Amina Ferra" userId="98f8b9f04fcd9a6b" providerId="LiveId" clId="{81F06D73-A1B2-4B74-98EC-5853DA6C8527}" dt="2024-12-17T17:40:01.072" v="987" actId="20578"/>
        <pc:sldMkLst>
          <pc:docMk/>
          <pc:sldMk cId="1332291891" sldId="257"/>
        </pc:sldMkLst>
        <pc:spChg chg="mod">
          <ac:chgData name="Amina Ferra" userId="98f8b9f04fcd9a6b" providerId="LiveId" clId="{81F06D73-A1B2-4B74-98EC-5853DA6C8527}" dt="2024-12-17T17:39:59.548" v="984" actId="1076"/>
          <ac:spMkLst>
            <pc:docMk/>
            <pc:sldMk cId="1332291891" sldId="257"/>
            <ac:spMk id="2" creationId="{00000000-0000-0000-0000-000000000000}"/>
          </ac:spMkLst>
        </pc:spChg>
        <pc:spChg chg="add del mod">
          <ac:chgData name="Amina Ferra" userId="98f8b9f04fcd9a6b" providerId="LiveId" clId="{81F06D73-A1B2-4B74-98EC-5853DA6C8527}" dt="2024-12-17T17:40:00.563" v="986" actId="21"/>
          <ac:spMkLst>
            <pc:docMk/>
            <pc:sldMk cId="1332291891" sldId="257"/>
            <ac:spMk id="4" creationId="{98A21D05-6FF2-D43C-6487-46A19D045569}"/>
          </ac:spMkLst>
        </pc:spChg>
        <pc:spChg chg="add del mod">
          <ac:chgData name="Amina Ferra" userId="98f8b9f04fcd9a6b" providerId="LiveId" clId="{81F06D73-A1B2-4B74-98EC-5853DA6C8527}" dt="2024-12-17T17:40:00.563" v="986" actId="21"/>
          <ac:spMkLst>
            <pc:docMk/>
            <pc:sldMk cId="1332291891" sldId="257"/>
            <ac:spMk id="5" creationId="{00000000-0000-0000-0000-000000000000}"/>
          </ac:spMkLst>
        </pc:spChg>
      </pc:sldChg>
      <pc:sldChg chg="addSp delSp modSp mod ord">
        <pc:chgData name="Amina Ferra" userId="98f8b9f04fcd9a6b" providerId="LiveId" clId="{81F06D73-A1B2-4B74-98EC-5853DA6C8527}" dt="2024-12-17T19:33:06.172" v="1810" actId="207"/>
        <pc:sldMkLst>
          <pc:docMk/>
          <pc:sldMk cId="4264977537" sldId="259"/>
        </pc:sldMkLst>
        <pc:spChg chg="add mod">
          <ac:chgData name="Amina Ferra" userId="98f8b9f04fcd9a6b" providerId="LiveId" clId="{81F06D73-A1B2-4B74-98EC-5853DA6C8527}" dt="2024-12-17T15:38:33.586" v="266" actId="207"/>
          <ac:spMkLst>
            <pc:docMk/>
            <pc:sldMk cId="4264977537" sldId="259"/>
            <ac:spMk id="2" creationId="{083CE7B9-84AE-69DF-9C38-AE6EEABCC9DC}"/>
          </ac:spMkLst>
        </pc:spChg>
        <pc:spChg chg="mod">
          <ac:chgData name="Amina Ferra" userId="98f8b9f04fcd9a6b" providerId="LiveId" clId="{81F06D73-A1B2-4B74-98EC-5853DA6C8527}" dt="2024-12-17T19:33:06.172" v="1810" actId="207"/>
          <ac:spMkLst>
            <pc:docMk/>
            <pc:sldMk cId="4264977537" sldId="259"/>
            <ac:spMk id="4" creationId="{00000000-0000-0000-0000-000000000000}"/>
          </ac:spMkLst>
        </pc:spChg>
        <pc:spChg chg="del">
          <ac:chgData name="Amina Ferra" userId="98f8b9f04fcd9a6b" providerId="LiveId" clId="{81F06D73-A1B2-4B74-98EC-5853DA6C8527}" dt="2024-12-17T15:34:04.153" v="172" actId="21"/>
          <ac:spMkLst>
            <pc:docMk/>
            <pc:sldMk cId="4264977537" sldId="259"/>
            <ac:spMk id="5" creationId="{00000000-0000-0000-0000-000000000000}"/>
          </ac:spMkLst>
        </pc:spChg>
      </pc:sldChg>
      <pc:sldChg chg="del">
        <pc:chgData name="Amina Ferra" userId="98f8b9f04fcd9a6b" providerId="LiveId" clId="{81F06D73-A1B2-4B74-98EC-5853DA6C8527}" dt="2024-12-17T15:43:11.761" v="362" actId="2696"/>
        <pc:sldMkLst>
          <pc:docMk/>
          <pc:sldMk cId="2672039197" sldId="261"/>
        </pc:sldMkLst>
      </pc:sldChg>
      <pc:sldChg chg="addSp modSp mod">
        <pc:chgData name="Amina Ferra" userId="98f8b9f04fcd9a6b" providerId="LiveId" clId="{81F06D73-A1B2-4B74-98EC-5853DA6C8527}" dt="2024-12-17T18:27:14.869" v="1440" actId="404"/>
        <pc:sldMkLst>
          <pc:docMk/>
          <pc:sldMk cId="397710800" sldId="262"/>
        </pc:sldMkLst>
        <pc:spChg chg="add mod">
          <ac:chgData name="Amina Ferra" userId="98f8b9f04fcd9a6b" providerId="LiveId" clId="{81F06D73-A1B2-4B74-98EC-5853DA6C8527}" dt="2024-12-17T18:27:14.869" v="1440" actId="404"/>
          <ac:spMkLst>
            <pc:docMk/>
            <pc:sldMk cId="397710800" sldId="262"/>
            <ac:spMk id="2" creationId="{9A6356CE-D2F8-09AC-1E45-2A4C624E2FA9}"/>
          </ac:spMkLst>
        </pc:spChg>
        <pc:spChg chg="mod">
          <ac:chgData name="Amina Ferra" userId="98f8b9f04fcd9a6b" providerId="LiveId" clId="{81F06D73-A1B2-4B74-98EC-5853DA6C8527}" dt="2024-12-17T17:40:38.699" v="1025" actId="1076"/>
          <ac:spMkLst>
            <pc:docMk/>
            <pc:sldMk cId="397710800" sldId="262"/>
            <ac:spMk id="3" creationId="{00000000-0000-0000-0000-000000000000}"/>
          </ac:spMkLst>
        </pc:spChg>
      </pc:sldChg>
      <pc:sldChg chg="addSp modSp add del mod">
        <pc:chgData name="Amina Ferra" userId="98f8b9f04fcd9a6b" providerId="LiveId" clId="{81F06D73-A1B2-4B74-98EC-5853DA6C8527}" dt="2024-12-17T19:28:39.540" v="1750" actId="1076"/>
        <pc:sldMkLst>
          <pc:docMk/>
          <pc:sldMk cId="1405850135" sldId="263"/>
        </pc:sldMkLst>
        <pc:spChg chg="add mod">
          <ac:chgData name="Amina Ferra" userId="98f8b9f04fcd9a6b" providerId="LiveId" clId="{81F06D73-A1B2-4B74-98EC-5853DA6C8527}" dt="2024-12-17T19:28:39.540" v="1750" actId="1076"/>
          <ac:spMkLst>
            <pc:docMk/>
            <pc:sldMk cId="1405850135" sldId="263"/>
            <ac:spMk id="2" creationId="{6178D6FE-E02F-C1C0-BB4C-83B927D3C38B}"/>
          </ac:spMkLst>
        </pc:spChg>
        <pc:graphicFrameChg chg="add mod modGraphic">
          <ac:chgData name="Amina Ferra" userId="98f8b9f04fcd9a6b" providerId="LiveId" clId="{81F06D73-A1B2-4B74-98EC-5853DA6C8527}" dt="2024-12-17T19:28:37.009" v="1749" actId="1076"/>
          <ac:graphicFrameMkLst>
            <pc:docMk/>
            <pc:sldMk cId="1405850135" sldId="263"/>
            <ac:graphicFrameMk id="3" creationId="{9BBC2CF4-119F-A492-1DDE-3E702F0FBD98}"/>
          </ac:graphicFrameMkLst>
        </pc:graphicFrameChg>
      </pc:sldChg>
      <pc:sldChg chg="del">
        <pc:chgData name="Amina Ferra" userId="98f8b9f04fcd9a6b" providerId="LiveId" clId="{81F06D73-A1B2-4B74-98EC-5853DA6C8527}" dt="2024-12-17T15:43:04.936" v="361" actId="2696"/>
        <pc:sldMkLst>
          <pc:docMk/>
          <pc:sldMk cId="3480339974" sldId="265"/>
        </pc:sldMkLst>
      </pc:sldChg>
      <pc:sldChg chg="addSp delSp modSp mod">
        <pc:chgData name="Amina Ferra" userId="98f8b9f04fcd9a6b" providerId="LiveId" clId="{81F06D73-A1B2-4B74-98EC-5853DA6C8527}" dt="2024-12-17T19:41:30.258" v="1859" actId="20577"/>
        <pc:sldMkLst>
          <pc:docMk/>
          <pc:sldMk cId="1484811712" sldId="267"/>
        </pc:sldMkLst>
        <pc:spChg chg="add del mod">
          <ac:chgData name="Amina Ferra" userId="98f8b9f04fcd9a6b" providerId="LiveId" clId="{81F06D73-A1B2-4B74-98EC-5853DA6C8527}" dt="2024-12-17T15:41:15.366" v="340" actId="21"/>
          <ac:spMkLst>
            <pc:docMk/>
            <pc:sldMk cId="1484811712" sldId="267"/>
            <ac:spMk id="3" creationId="{FC6FF3B0-27D8-3AD6-FF2E-759B7BC074B3}"/>
          </ac:spMkLst>
        </pc:spChg>
        <pc:spChg chg="add del mod">
          <ac:chgData name="Amina Ferra" userId="98f8b9f04fcd9a6b" providerId="LiveId" clId="{81F06D73-A1B2-4B74-98EC-5853DA6C8527}" dt="2024-12-17T16:02:59.915" v="409"/>
          <ac:spMkLst>
            <pc:docMk/>
            <pc:sldMk cId="1484811712" sldId="267"/>
            <ac:spMk id="4" creationId="{70CAEC55-F0DB-F8E6-BF1D-680C24CCF964}"/>
          </ac:spMkLst>
        </pc:spChg>
        <pc:spChg chg="add mod">
          <ac:chgData name="Amina Ferra" userId="98f8b9f04fcd9a6b" providerId="LiveId" clId="{81F06D73-A1B2-4B74-98EC-5853DA6C8527}" dt="2024-12-17T19:33:22.198" v="1813" actId="207"/>
          <ac:spMkLst>
            <pc:docMk/>
            <pc:sldMk cId="1484811712" sldId="267"/>
            <ac:spMk id="5" creationId="{30D640F4-EE9B-4197-D7AF-C5AC281CBD8B}"/>
          </ac:spMkLst>
        </pc:spChg>
        <pc:spChg chg="mod">
          <ac:chgData name="Amina Ferra" userId="98f8b9f04fcd9a6b" providerId="LiveId" clId="{81F06D73-A1B2-4B74-98EC-5853DA6C8527}" dt="2024-12-17T19:41:30.258" v="1859" actId="20577"/>
          <ac:spMkLst>
            <pc:docMk/>
            <pc:sldMk cId="1484811712" sldId="267"/>
            <ac:spMk id="7" creationId="{00000000-0000-0000-0000-000000000000}"/>
          </ac:spMkLst>
        </pc:spChg>
        <pc:graphicFrameChg chg="del">
          <ac:chgData name="Amina Ferra" userId="98f8b9f04fcd9a6b" providerId="LiveId" clId="{81F06D73-A1B2-4B74-98EC-5853DA6C8527}" dt="2024-12-17T15:41:12.387" v="339" actId="21"/>
          <ac:graphicFrameMkLst>
            <pc:docMk/>
            <pc:sldMk cId="1484811712" sldId="267"/>
            <ac:graphicFrameMk id="9" creationId="{00000000-0000-0000-0000-000000000000}"/>
          </ac:graphicFrameMkLst>
        </pc:graphicFrameChg>
      </pc:sldChg>
      <pc:sldChg chg="modSp mod">
        <pc:chgData name="Amina Ferra" userId="98f8b9f04fcd9a6b" providerId="LiveId" clId="{81F06D73-A1B2-4B74-98EC-5853DA6C8527}" dt="2024-12-17T19:41:21.733" v="1854" actId="20577"/>
        <pc:sldMkLst>
          <pc:docMk/>
          <pc:sldMk cId="3529114326" sldId="268"/>
        </pc:sldMkLst>
        <pc:spChg chg="mod">
          <ac:chgData name="Amina Ferra" userId="98f8b9f04fcd9a6b" providerId="LiveId" clId="{81F06D73-A1B2-4B74-98EC-5853DA6C8527}" dt="2024-12-17T15:38:46.966" v="267" actId="207"/>
          <ac:spMkLst>
            <pc:docMk/>
            <pc:sldMk cId="3529114326" sldId="268"/>
            <ac:spMk id="13" creationId="{00000000-0000-0000-0000-000000000000}"/>
          </ac:spMkLst>
        </pc:spChg>
        <pc:spChg chg="mod">
          <ac:chgData name="Amina Ferra" userId="98f8b9f04fcd9a6b" providerId="LiveId" clId="{81F06D73-A1B2-4B74-98EC-5853DA6C8527}" dt="2024-12-17T19:41:21.733" v="1854" actId="20577"/>
          <ac:spMkLst>
            <pc:docMk/>
            <pc:sldMk cId="3529114326" sldId="268"/>
            <ac:spMk id="14" creationId="{00000000-0000-0000-0000-000000000000}"/>
          </ac:spMkLst>
        </pc:spChg>
      </pc:sldChg>
      <pc:sldChg chg="addSp delSp modSp mod">
        <pc:chgData name="Amina Ferra" userId="98f8b9f04fcd9a6b" providerId="LiveId" clId="{81F06D73-A1B2-4B74-98EC-5853DA6C8527}" dt="2024-12-17T19:35:03.957" v="1817" actId="113"/>
        <pc:sldMkLst>
          <pc:docMk/>
          <pc:sldMk cId="2341911148" sldId="269"/>
        </pc:sldMkLst>
        <pc:spChg chg="mod">
          <ac:chgData name="Amina Ferra" userId="98f8b9f04fcd9a6b" providerId="LiveId" clId="{81F06D73-A1B2-4B74-98EC-5853DA6C8527}" dt="2024-12-17T16:24:51.112" v="590" actId="1076"/>
          <ac:spMkLst>
            <pc:docMk/>
            <pc:sldMk cId="2341911148" sldId="269"/>
            <ac:spMk id="2" creationId="{00000000-0000-0000-0000-000000000000}"/>
          </ac:spMkLst>
        </pc:spChg>
        <pc:spChg chg="del">
          <ac:chgData name="Amina Ferra" userId="98f8b9f04fcd9a6b" providerId="LiveId" clId="{81F06D73-A1B2-4B74-98EC-5853DA6C8527}" dt="2024-12-17T15:41:58.695" v="347" actId="21"/>
          <ac:spMkLst>
            <pc:docMk/>
            <pc:sldMk cId="2341911148" sldId="269"/>
            <ac:spMk id="3" creationId="{00000000-0000-0000-0000-000000000000}"/>
          </ac:spMkLst>
        </pc:spChg>
        <pc:spChg chg="add del mod">
          <ac:chgData name="Amina Ferra" userId="98f8b9f04fcd9a6b" providerId="LiveId" clId="{81F06D73-A1B2-4B74-98EC-5853DA6C8527}" dt="2024-12-17T15:42:04.793" v="349" actId="21"/>
          <ac:spMkLst>
            <pc:docMk/>
            <pc:sldMk cId="2341911148" sldId="269"/>
            <ac:spMk id="6" creationId="{8D9081FD-5929-9D8E-839C-ECD9D871DC22}"/>
          </ac:spMkLst>
        </pc:spChg>
        <pc:spChg chg="add del mod">
          <ac:chgData name="Amina Ferra" userId="98f8b9f04fcd9a6b" providerId="LiveId" clId="{81F06D73-A1B2-4B74-98EC-5853DA6C8527}" dt="2024-12-17T15:42:08.722" v="350" actId="21"/>
          <ac:spMkLst>
            <pc:docMk/>
            <pc:sldMk cId="2341911148" sldId="269"/>
            <ac:spMk id="8" creationId="{7C0A698C-4D5C-351B-25AF-82A23057CF91}"/>
          </ac:spMkLst>
        </pc:spChg>
        <pc:spChg chg="add del mod">
          <ac:chgData name="Amina Ferra" userId="98f8b9f04fcd9a6b" providerId="LiveId" clId="{81F06D73-A1B2-4B74-98EC-5853DA6C8527}" dt="2024-12-17T16:22:35.220" v="578" actId="21"/>
          <ac:spMkLst>
            <pc:docMk/>
            <pc:sldMk cId="2341911148" sldId="269"/>
            <ac:spMk id="9" creationId="{F64F0D21-80C2-F894-EE56-C8A40A60BD8B}"/>
          </ac:spMkLst>
        </pc:spChg>
        <pc:spChg chg="add del mod">
          <ac:chgData name="Amina Ferra" userId="98f8b9f04fcd9a6b" providerId="LiveId" clId="{81F06D73-A1B2-4B74-98EC-5853DA6C8527}" dt="2024-12-17T19:35:03.957" v="1817" actId="113"/>
          <ac:spMkLst>
            <pc:docMk/>
            <pc:sldMk cId="2341911148" sldId="269"/>
            <ac:spMk id="10" creationId="{7938B9FB-01EA-5CAF-ABD6-5E6B2195DD98}"/>
          </ac:spMkLst>
        </pc:spChg>
        <pc:graphicFrameChg chg="del">
          <ac:chgData name="Amina Ferra" userId="98f8b9f04fcd9a6b" providerId="LiveId" clId="{81F06D73-A1B2-4B74-98EC-5853DA6C8527}" dt="2024-12-17T15:42:01.156" v="348" actId="21"/>
          <ac:graphicFrameMkLst>
            <pc:docMk/>
            <pc:sldMk cId="2341911148" sldId="269"/>
            <ac:graphicFrameMk id="5" creationId="{00000000-0000-0000-0000-000000000000}"/>
          </ac:graphicFrameMkLst>
        </pc:graphicFrameChg>
      </pc:sldChg>
      <pc:sldChg chg="addSp delSp modSp mod">
        <pc:chgData name="Amina Ferra" userId="98f8b9f04fcd9a6b" providerId="LiveId" clId="{81F06D73-A1B2-4B74-98EC-5853DA6C8527}" dt="2024-12-17T20:26:45.373" v="1931" actId="20577"/>
        <pc:sldMkLst>
          <pc:docMk/>
          <pc:sldMk cId="4123189245" sldId="270"/>
        </pc:sldMkLst>
        <pc:spChg chg="mod">
          <ac:chgData name="Amina Ferra" userId="98f8b9f04fcd9a6b" providerId="LiveId" clId="{81F06D73-A1B2-4B74-98EC-5853DA6C8527}" dt="2024-12-17T19:36:28.810" v="1823" actId="1076"/>
          <ac:spMkLst>
            <pc:docMk/>
            <pc:sldMk cId="4123189245" sldId="270"/>
            <ac:spMk id="2" creationId="{00000000-0000-0000-0000-000000000000}"/>
          </ac:spMkLst>
        </pc:spChg>
        <pc:spChg chg="del mod">
          <ac:chgData name="Amina Ferra" userId="98f8b9f04fcd9a6b" providerId="LiveId" clId="{81F06D73-A1B2-4B74-98EC-5853DA6C8527}" dt="2024-12-17T15:42:18.173" v="352" actId="21"/>
          <ac:spMkLst>
            <pc:docMk/>
            <pc:sldMk cId="4123189245" sldId="270"/>
            <ac:spMk id="3" creationId="{00000000-0000-0000-0000-000000000000}"/>
          </ac:spMkLst>
        </pc:spChg>
        <pc:spChg chg="add del mod">
          <ac:chgData name="Amina Ferra" userId="98f8b9f04fcd9a6b" providerId="LiveId" clId="{81F06D73-A1B2-4B74-98EC-5853DA6C8527}" dt="2024-12-17T15:42:21.609" v="353" actId="21"/>
          <ac:spMkLst>
            <pc:docMk/>
            <pc:sldMk cId="4123189245" sldId="270"/>
            <ac:spMk id="6" creationId="{2310AA3E-3030-3AC5-BF0B-A05BC6AA5537}"/>
          </ac:spMkLst>
        </pc:spChg>
        <pc:spChg chg="add del mod">
          <ac:chgData name="Amina Ferra" userId="98f8b9f04fcd9a6b" providerId="LiveId" clId="{81F06D73-A1B2-4B74-98EC-5853DA6C8527}" dt="2024-12-17T15:42:29.711" v="356" actId="21"/>
          <ac:spMkLst>
            <pc:docMk/>
            <pc:sldMk cId="4123189245" sldId="270"/>
            <ac:spMk id="8" creationId="{1F9AA7A4-74DE-3BCA-A6F2-873503A1F647}"/>
          </ac:spMkLst>
        </pc:spChg>
        <pc:spChg chg="add del mod">
          <ac:chgData name="Amina Ferra" userId="98f8b9f04fcd9a6b" providerId="LiveId" clId="{81F06D73-A1B2-4B74-98EC-5853DA6C8527}" dt="2024-12-17T16:47:47.049" v="653"/>
          <ac:spMkLst>
            <pc:docMk/>
            <pc:sldMk cId="4123189245" sldId="270"/>
            <ac:spMk id="9" creationId="{08ACFA72-6292-AF1A-0533-2038FB04365C}"/>
          </ac:spMkLst>
        </pc:spChg>
        <pc:spChg chg="add del mod">
          <ac:chgData name="Amina Ferra" userId="98f8b9f04fcd9a6b" providerId="LiveId" clId="{81F06D73-A1B2-4B74-98EC-5853DA6C8527}" dt="2024-12-17T16:47:47.043" v="651" actId="478"/>
          <ac:spMkLst>
            <pc:docMk/>
            <pc:sldMk cId="4123189245" sldId="270"/>
            <ac:spMk id="10" creationId="{5261D662-64B1-4FD0-6C8C-1750C60BA456}"/>
          </ac:spMkLst>
        </pc:spChg>
        <pc:spChg chg="add mod">
          <ac:chgData name="Amina Ferra" userId="98f8b9f04fcd9a6b" providerId="LiveId" clId="{81F06D73-A1B2-4B74-98EC-5853DA6C8527}" dt="2024-12-17T20:26:45.373" v="1931" actId="20577"/>
          <ac:spMkLst>
            <pc:docMk/>
            <pc:sldMk cId="4123189245" sldId="270"/>
            <ac:spMk id="11" creationId="{47FF39EC-A9C5-0C45-ABEC-0674840475FB}"/>
          </ac:spMkLst>
        </pc:spChg>
        <pc:graphicFrameChg chg="del mod">
          <ac:chgData name="Amina Ferra" userId="98f8b9f04fcd9a6b" providerId="LiveId" clId="{81F06D73-A1B2-4B74-98EC-5853DA6C8527}" dt="2024-12-17T15:42:26.702" v="355" actId="21"/>
          <ac:graphicFrameMkLst>
            <pc:docMk/>
            <pc:sldMk cId="4123189245" sldId="270"/>
            <ac:graphicFrameMk id="5" creationId="{00000000-0000-0000-0000-000000000000}"/>
          </ac:graphicFrameMkLst>
        </pc:graphicFrameChg>
      </pc:sldChg>
      <pc:sldChg chg="addSp delSp modSp mod">
        <pc:chgData name="Amina Ferra" userId="98f8b9f04fcd9a6b" providerId="LiveId" clId="{81F06D73-A1B2-4B74-98EC-5853DA6C8527}" dt="2024-12-17T19:30:53.577" v="1800" actId="1076"/>
        <pc:sldMkLst>
          <pc:docMk/>
          <pc:sldMk cId="2319046984" sldId="271"/>
        </pc:sldMkLst>
        <pc:spChg chg="del">
          <ac:chgData name="Amina Ferra" userId="98f8b9f04fcd9a6b" providerId="LiveId" clId="{81F06D73-A1B2-4B74-98EC-5853DA6C8527}" dt="2024-12-17T15:42:49.969" v="358" actId="21"/>
          <ac:spMkLst>
            <pc:docMk/>
            <pc:sldMk cId="2319046984" sldId="271"/>
            <ac:spMk id="2" creationId="{00000000-0000-0000-0000-000000000000}"/>
          </ac:spMkLst>
        </pc:spChg>
        <pc:spChg chg="del">
          <ac:chgData name="Amina Ferra" userId="98f8b9f04fcd9a6b" providerId="LiveId" clId="{81F06D73-A1B2-4B74-98EC-5853DA6C8527}" dt="2024-12-17T15:42:52.904" v="359" actId="21"/>
          <ac:spMkLst>
            <pc:docMk/>
            <pc:sldMk cId="2319046984" sldId="271"/>
            <ac:spMk id="3" creationId="{00000000-0000-0000-0000-000000000000}"/>
          </ac:spMkLst>
        </pc:spChg>
        <pc:spChg chg="del">
          <ac:chgData name="Amina Ferra" userId="98f8b9f04fcd9a6b" providerId="LiveId" clId="{81F06D73-A1B2-4B74-98EC-5853DA6C8527}" dt="2024-12-17T15:42:45.155" v="357" actId="21"/>
          <ac:spMkLst>
            <pc:docMk/>
            <pc:sldMk cId="2319046984" sldId="271"/>
            <ac:spMk id="4" creationId="{00000000-0000-0000-0000-000000000000}"/>
          </ac:spMkLst>
        </pc:spChg>
        <pc:spChg chg="add del mod">
          <ac:chgData name="Amina Ferra" userId="98f8b9f04fcd9a6b" providerId="LiveId" clId="{81F06D73-A1B2-4B74-98EC-5853DA6C8527}" dt="2024-12-17T15:42:57.254" v="360" actId="21"/>
          <ac:spMkLst>
            <pc:docMk/>
            <pc:sldMk cId="2319046984" sldId="271"/>
            <ac:spMk id="6" creationId="{26FADDED-8080-09D6-6037-5B8B7DCF410F}"/>
          </ac:spMkLst>
        </pc:spChg>
        <pc:spChg chg="add mod">
          <ac:chgData name="Amina Ferra" userId="98f8b9f04fcd9a6b" providerId="LiveId" clId="{81F06D73-A1B2-4B74-98EC-5853DA6C8527}" dt="2024-12-17T19:29:10.881" v="1782"/>
          <ac:spMkLst>
            <pc:docMk/>
            <pc:sldMk cId="2319046984" sldId="271"/>
            <ac:spMk id="7" creationId="{A3FA8B4F-4CC0-5678-3DE1-8F9D1902461E}"/>
          </ac:spMkLst>
        </pc:spChg>
        <pc:picChg chg="add mod modCrop">
          <ac:chgData name="Amina Ferra" userId="98f8b9f04fcd9a6b" providerId="LiveId" clId="{81F06D73-A1B2-4B74-98EC-5853DA6C8527}" dt="2024-12-17T19:30:53.577" v="1800" actId="1076"/>
          <ac:picMkLst>
            <pc:docMk/>
            <pc:sldMk cId="2319046984" sldId="271"/>
            <ac:picMk id="9" creationId="{4C23DA8F-1457-5B1F-AAFE-354631F25830}"/>
          </ac:picMkLst>
        </pc:picChg>
      </pc:sldChg>
      <pc:sldChg chg="addSp delSp modSp add mod">
        <pc:chgData name="Amina Ferra" userId="98f8b9f04fcd9a6b" providerId="LiveId" clId="{81F06D73-A1B2-4B74-98EC-5853DA6C8527}" dt="2024-12-17T19:38:09.858" v="1841" actId="207"/>
        <pc:sldMkLst>
          <pc:docMk/>
          <pc:sldMk cId="3050056137" sldId="272"/>
        </pc:sldMkLst>
        <pc:spChg chg="mod">
          <ac:chgData name="Amina Ferra" userId="98f8b9f04fcd9a6b" providerId="LiveId" clId="{81F06D73-A1B2-4B74-98EC-5853DA6C8527}" dt="2024-12-17T17:31:36.508" v="936" actId="1076"/>
          <ac:spMkLst>
            <pc:docMk/>
            <pc:sldMk cId="3050056137" sldId="272"/>
            <ac:spMk id="2" creationId="{0C68FCFF-1103-9201-9B4C-7DF04441A0B7}"/>
          </ac:spMkLst>
        </pc:spChg>
        <pc:spChg chg="add mod">
          <ac:chgData name="Amina Ferra" userId="98f8b9f04fcd9a6b" providerId="LiveId" clId="{81F06D73-A1B2-4B74-98EC-5853DA6C8527}" dt="2024-12-17T19:38:09.858" v="1841" actId="207"/>
          <ac:spMkLst>
            <pc:docMk/>
            <pc:sldMk cId="3050056137" sldId="272"/>
            <ac:spMk id="3" creationId="{1EA8A508-12B7-DBE1-3453-7388A85ECD75}"/>
          </ac:spMkLst>
        </pc:spChg>
        <pc:spChg chg="del mod">
          <ac:chgData name="Amina Ferra" userId="98f8b9f04fcd9a6b" providerId="LiveId" clId="{81F06D73-A1B2-4B74-98EC-5853DA6C8527}" dt="2024-12-17T16:59:05.462" v="717" actId="21"/>
          <ac:spMkLst>
            <pc:docMk/>
            <pc:sldMk cId="3050056137" sldId="272"/>
            <ac:spMk id="11" creationId="{E72072D8-B278-FAD6-E8D1-D5DD592E882F}"/>
          </ac:spMkLst>
        </pc:spChg>
      </pc:sldChg>
      <pc:sldChg chg="addSp delSp modSp add mod ord">
        <pc:chgData name="Amina Ferra" userId="98f8b9f04fcd9a6b" providerId="LiveId" clId="{81F06D73-A1B2-4B74-98EC-5853DA6C8527}" dt="2024-12-17T20:30:27.308" v="1947" actId="20577"/>
        <pc:sldMkLst>
          <pc:docMk/>
          <pc:sldMk cId="3207827518" sldId="273"/>
        </pc:sldMkLst>
        <pc:spChg chg="mod">
          <ac:chgData name="Amina Ferra" userId="98f8b9f04fcd9a6b" providerId="LiveId" clId="{81F06D73-A1B2-4B74-98EC-5853DA6C8527}" dt="2024-12-17T20:30:27.308" v="1947" actId="20577"/>
          <ac:spMkLst>
            <pc:docMk/>
            <pc:sldMk cId="3207827518" sldId="273"/>
            <ac:spMk id="2" creationId="{70D0DCA4-5E32-BCDC-1CE2-A266CC6E7636}"/>
          </ac:spMkLst>
        </pc:spChg>
        <pc:spChg chg="add del mod">
          <ac:chgData name="Amina Ferra" userId="98f8b9f04fcd9a6b" providerId="LiveId" clId="{81F06D73-A1B2-4B74-98EC-5853DA6C8527}" dt="2024-12-17T17:40:17.086" v="992" actId="21"/>
          <ac:spMkLst>
            <pc:docMk/>
            <pc:sldMk cId="3207827518" sldId="273"/>
            <ac:spMk id="4" creationId="{E76422D2-0890-5A10-B910-AE841765C57F}"/>
          </ac:spMkLst>
        </pc:spChg>
        <pc:spChg chg="del">
          <ac:chgData name="Amina Ferra" userId="98f8b9f04fcd9a6b" providerId="LiveId" clId="{81F06D73-A1B2-4B74-98EC-5853DA6C8527}" dt="2024-12-17T17:40:14.230" v="991" actId="21"/>
          <ac:spMkLst>
            <pc:docMk/>
            <pc:sldMk cId="3207827518" sldId="273"/>
            <ac:spMk id="5" creationId="{044F5C2F-E0D2-7064-2027-EA3001FB2AE7}"/>
          </ac:spMkLst>
        </pc:spChg>
      </pc:sldChg>
      <pc:sldChg chg="addSp delSp modSp add mod ord">
        <pc:chgData name="Amina Ferra" userId="98f8b9f04fcd9a6b" providerId="LiveId" clId="{81F06D73-A1B2-4B74-98EC-5853DA6C8527}" dt="2024-12-17T19:38:41.834" v="1845" actId="207"/>
        <pc:sldMkLst>
          <pc:docMk/>
          <pc:sldMk cId="1480201518" sldId="274"/>
        </pc:sldMkLst>
        <pc:spChg chg="del mod">
          <ac:chgData name="Amina Ferra" userId="98f8b9f04fcd9a6b" providerId="LiveId" clId="{81F06D73-A1B2-4B74-98EC-5853DA6C8527}" dt="2024-12-17T18:34:13.177" v="1464" actId="21"/>
          <ac:spMkLst>
            <pc:docMk/>
            <pc:sldMk cId="1480201518" sldId="274"/>
            <ac:spMk id="2" creationId="{AC36D823-C9D0-FF5B-4128-DF5536EFDE6D}"/>
          </ac:spMkLst>
        </pc:spChg>
        <pc:spChg chg="add mod">
          <ac:chgData name="Amina Ferra" userId="98f8b9f04fcd9a6b" providerId="LiveId" clId="{81F06D73-A1B2-4B74-98EC-5853DA6C8527}" dt="2024-12-17T19:09:29.067" v="1536" actId="20577"/>
          <ac:spMkLst>
            <pc:docMk/>
            <pc:sldMk cId="1480201518" sldId="274"/>
            <ac:spMk id="3" creationId="{23E72813-713C-2F74-E007-B4990C400749}"/>
          </ac:spMkLst>
        </pc:spChg>
        <pc:spChg chg="add mod">
          <ac:chgData name="Amina Ferra" userId="98f8b9f04fcd9a6b" providerId="LiveId" clId="{81F06D73-A1B2-4B74-98EC-5853DA6C8527}" dt="2024-12-17T19:38:41.834" v="1845" actId="207"/>
          <ac:spMkLst>
            <pc:docMk/>
            <pc:sldMk cId="1480201518" sldId="274"/>
            <ac:spMk id="4" creationId="{C190863B-42CE-C43B-D4D8-33D86856AD0D}"/>
          </ac:spMkLst>
        </pc:spChg>
      </pc:sldChg>
      <pc:sldChg chg="addSp delSp modSp add mod">
        <pc:chgData name="Amina Ferra" userId="98f8b9f04fcd9a6b" providerId="LiveId" clId="{81F06D73-A1B2-4B74-98EC-5853DA6C8527}" dt="2024-12-17T20:22:07.592" v="1882" actId="1076"/>
        <pc:sldMkLst>
          <pc:docMk/>
          <pc:sldMk cId="2401154847" sldId="275"/>
        </pc:sldMkLst>
        <pc:spChg chg="add mod">
          <ac:chgData name="Amina Ferra" userId="98f8b9f04fcd9a6b" providerId="LiveId" clId="{81F06D73-A1B2-4B74-98EC-5853DA6C8527}" dt="2024-12-17T20:22:07.592" v="1882" actId="1076"/>
          <ac:spMkLst>
            <pc:docMk/>
            <pc:sldMk cId="2401154847" sldId="275"/>
            <ac:spMk id="3" creationId="{6300480F-36F0-A368-841F-C05265B35F09}"/>
          </ac:spMkLst>
        </pc:spChg>
        <pc:spChg chg="mod">
          <ac:chgData name="Amina Ferra" userId="98f8b9f04fcd9a6b" providerId="LiveId" clId="{81F06D73-A1B2-4B74-98EC-5853DA6C8527}" dt="2024-12-17T19:32:06.816" v="1804" actId="1076"/>
          <ac:spMkLst>
            <pc:docMk/>
            <pc:sldMk cId="2401154847" sldId="275"/>
            <ac:spMk id="7" creationId="{668AB071-2FD3-4C3F-A668-DA82526C97C4}"/>
          </ac:spMkLst>
        </pc:spChg>
        <pc:picChg chg="del">
          <ac:chgData name="Amina Ferra" userId="98f8b9f04fcd9a6b" providerId="LiveId" clId="{81F06D73-A1B2-4B74-98EC-5853DA6C8527}" dt="2024-12-17T19:31:38.452" v="1802" actId="21"/>
          <ac:picMkLst>
            <pc:docMk/>
            <pc:sldMk cId="2401154847" sldId="275"/>
            <ac:picMk id="9" creationId="{0211F4F2-8899-FAB2-5CBC-4AB045567101}"/>
          </ac:picMkLst>
        </pc:picChg>
      </pc:sldChg>
      <pc:sldChg chg="addSp modSp add mod">
        <pc:chgData name="Amina Ferra" userId="98f8b9f04fcd9a6b" providerId="LiveId" clId="{81F06D73-A1B2-4B74-98EC-5853DA6C8527}" dt="2024-12-17T20:25:18.547" v="1930" actId="1076"/>
        <pc:sldMkLst>
          <pc:docMk/>
          <pc:sldMk cId="3737279315" sldId="276"/>
        </pc:sldMkLst>
        <pc:spChg chg="add mod">
          <ac:chgData name="Amina Ferra" userId="98f8b9f04fcd9a6b" providerId="LiveId" clId="{81F06D73-A1B2-4B74-98EC-5853DA6C8527}" dt="2024-12-17T20:25:16.458" v="1929" actId="1076"/>
          <ac:spMkLst>
            <pc:docMk/>
            <pc:sldMk cId="3737279315" sldId="276"/>
            <ac:spMk id="3" creationId="{26766C07-4E65-488A-2F9C-79850BB6CCF5}"/>
          </ac:spMkLst>
        </pc:spChg>
        <pc:spChg chg="mod">
          <ac:chgData name="Amina Ferra" userId="98f8b9f04fcd9a6b" providerId="LiveId" clId="{81F06D73-A1B2-4B74-98EC-5853DA6C8527}" dt="2024-12-17T20:25:18.547" v="1930" actId="1076"/>
          <ac:spMkLst>
            <pc:docMk/>
            <pc:sldMk cId="3737279315" sldId="276"/>
            <ac:spMk id="7" creationId="{64A6856F-B2C2-1635-5F34-7EC4192C953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12/17/2024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12/17/2024</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BA5BD7-F043-4D1B-AA17-CD412FC534DE}" type="slidenum">
              <a:rPr lang="en-US" smtClean="0"/>
              <a:t>6</a:t>
            </a:fld>
            <a:endParaRPr lang="en-US"/>
          </a:p>
        </p:txBody>
      </p:sp>
    </p:spTree>
    <p:extLst>
      <p:ext uri="{BB962C8B-B14F-4D97-AF65-F5344CB8AC3E}">
        <p14:creationId xmlns:p14="http://schemas.microsoft.com/office/powerpoint/2010/main" val="4117229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10543-0DA9-1598-67A4-E86EC8E14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A90E4-19E9-43A5-8829-793CB39ED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CF6218-49B8-A1C3-E80D-F41CC1304D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7557E5-0260-EE78-BD9E-CC7D342374DF}"/>
              </a:ext>
            </a:extLst>
          </p:cNvPr>
          <p:cNvSpPr>
            <a:spLocks noGrp="1"/>
          </p:cNvSpPr>
          <p:nvPr>
            <p:ph type="sldNum" sz="quarter" idx="10"/>
          </p:nvPr>
        </p:nvSpPr>
        <p:spPr/>
        <p:txBody>
          <a:bodyPr/>
          <a:lstStyle/>
          <a:p>
            <a:fld id="{3EBA5BD7-F043-4D1B-AA17-CD412FC534DE}" type="slidenum">
              <a:rPr lang="en-US" smtClean="0"/>
              <a:t>7</a:t>
            </a:fld>
            <a:endParaRPr lang="en-US"/>
          </a:p>
        </p:txBody>
      </p:sp>
    </p:spTree>
    <p:extLst>
      <p:ext uri="{BB962C8B-B14F-4D97-AF65-F5344CB8AC3E}">
        <p14:creationId xmlns:p14="http://schemas.microsoft.com/office/powerpoint/2010/main" val="434896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12/17/2024</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12/17/2024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12/17/2024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12/17/2024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12/17/2024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12/17/2024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12/17/2024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12/17/2024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12/17/2024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12/17/2024</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i="0" dirty="0">
                <a:effectLst/>
                <a:latin typeface="Segoe UI" panose="020B0502040204020203" pitchFamily="34" charset="0"/>
              </a:rPr>
              <a:t>DNS Anomaly Detection</a:t>
            </a:r>
            <a:endParaRPr lang="en-US" dirty="0"/>
          </a:p>
        </p:txBody>
      </p:sp>
      <p:sp>
        <p:nvSpPr>
          <p:cNvPr id="5" name="Subtitle 4"/>
          <p:cNvSpPr>
            <a:spLocks noGrp="1"/>
          </p:cNvSpPr>
          <p:nvPr>
            <p:ph type="subTitle" idx="1"/>
          </p:nvPr>
        </p:nvSpPr>
        <p:spPr/>
        <p:txBody>
          <a:bodyPr>
            <a:normAutofit/>
          </a:bodyPr>
          <a:lstStyle/>
          <a:p>
            <a:r>
              <a:rPr lang="en-US" sz="1600" cap="none" dirty="0"/>
              <a:t>AI Security Issues </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2412" y="3408784"/>
            <a:ext cx="8938472" cy="3668168"/>
          </a:xfrm>
        </p:spPr>
        <p:txBody>
          <a:bodyPr>
            <a:normAutofit fontScale="90000"/>
          </a:bodyPr>
          <a:lstStyle/>
          <a:p>
            <a:pPr>
              <a:lnSpc>
                <a:spcPct val="150000"/>
              </a:lnSpc>
            </a:pPr>
            <a:r>
              <a:rPr lang="en-US" sz="3200" dirty="0">
                <a:latin typeface="Sylfaen" panose="010A0502050306030303" pitchFamily="18" charset="0"/>
              </a:rPr>
              <a:t>Maryam Waheed </a:t>
            </a:r>
            <a:r>
              <a:rPr lang="en-US" sz="3200" dirty="0" err="1">
                <a:latin typeface="Sylfaen" panose="010A0502050306030303" pitchFamily="18" charset="0"/>
              </a:rPr>
              <a:t>Zamel</a:t>
            </a:r>
            <a:r>
              <a:rPr lang="en-US" sz="3200" dirty="0">
                <a:latin typeface="Sylfaen" panose="010A0502050306030303" pitchFamily="18" charset="0"/>
              </a:rPr>
              <a:t>           </a:t>
            </a:r>
            <a:r>
              <a:rPr lang="en-US" sz="3200" dirty="0">
                <a:solidFill>
                  <a:schemeClr val="accent1"/>
                </a:solidFill>
                <a:latin typeface="Sylfaen" panose="010A0502050306030303" pitchFamily="18" charset="0"/>
              </a:rPr>
              <a:t>ID</a:t>
            </a:r>
            <a:r>
              <a:rPr lang="en-US" sz="3200" dirty="0">
                <a:latin typeface="Sylfaen" panose="010A0502050306030303" pitchFamily="18" charset="0"/>
              </a:rPr>
              <a:t> : 2205154</a:t>
            </a:r>
            <a:br>
              <a:rPr lang="en-US" sz="3200" dirty="0">
                <a:latin typeface="Sylfaen" panose="010A0502050306030303" pitchFamily="18" charset="0"/>
              </a:rPr>
            </a:br>
            <a:r>
              <a:rPr lang="en-US" sz="3200" dirty="0">
                <a:latin typeface="Sylfaen" panose="010A0502050306030303" pitchFamily="18" charset="0"/>
              </a:rPr>
              <a:t>Amina Ahmed Ferra                 </a:t>
            </a:r>
            <a:r>
              <a:rPr lang="en-US" sz="3200" dirty="0">
                <a:solidFill>
                  <a:schemeClr val="accent1"/>
                </a:solidFill>
                <a:latin typeface="Sylfaen" panose="010A0502050306030303" pitchFamily="18" charset="0"/>
              </a:rPr>
              <a:t>ID</a:t>
            </a:r>
            <a:r>
              <a:rPr lang="en-US" sz="3200" dirty="0">
                <a:latin typeface="Sylfaen" panose="010A0502050306030303" pitchFamily="18" charset="0"/>
              </a:rPr>
              <a:t> : 2205225</a:t>
            </a:r>
            <a:br>
              <a:rPr lang="en-US" sz="3200" dirty="0">
                <a:latin typeface="Sylfaen" panose="010A0502050306030303" pitchFamily="18" charset="0"/>
              </a:rPr>
            </a:br>
            <a:r>
              <a:rPr lang="en-US" sz="3200" dirty="0" err="1">
                <a:latin typeface="Sylfaen" panose="010A0502050306030303" pitchFamily="18" charset="0"/>
              </a:rPr>
              <a:t>Mayssoune</a:t>
            </a:r>
            <a:r>
              <a:rPr lang="en-US" sz="3200" dirty="0">
                <a:latin typeface="Sylfaen" panose="010A0502050306030303" pitchFamily="18" charset="0"/>
              </a:rPr>
              <a:t> Hussein </a:t>
            </a:r>
            <a:r>
              <a:rPr lang="en-US" sz="3200" dirty="0" err="1">
                <a:latin typeface="Sylfaen" panose="010A0502050306030303" pitchFamily="18" charset="0"/>
              </a:rPr>
              <a:t>ElMasry</a:t>
            </a:r>
            <a:r>
              <a:rPr lang="en-US" sz="3200" dirty="0">
                <a:latin typeface="Sylfaen" panose="010A0502050306030303" pitchFamily="18" charset="0"/>
              </a:rPr>
              <a:t>   </a:t>
            </a:r>
            <a:r>
              <a:rPr lang="en-US" sz="3200" dirty="0">
                <a:solidFill>
                  <a:schemeClr val="accent1"/>
                </a:solidFill>
                <a:latin typeface="Sylfaen" panose="010A0502050306030303" pitchFamily="18" charset="0"/>
              </a:rPr>
              <a:t> ID </a:t>
            </a:r>
            <a:r>
              <a:rPr lang="en-US" sz="3200" dirty="0">
                <a:latin typeface="Sylfaen" panose="010A0502050306030303" pitchFamily="18" charset="0"/>
              </a:rPr>
              <a:t>: 2205251</a:t>
            </a:r>
            <a:br>
              <a:rPr lang="en-US" sz="3200" dirty="0">
                <a:latin typeface="Sylfaen" panose="010A0502050306030303" pitchFamily="18" charset="0"/>
              </a:rPr>
            </a:br>
            <a:r>
              <a:rPr lang="en-US" sz="3200" dirty="0">
                <a:latin typeface="Sylfaen" panose="010A0502050306030303" pitchFamily="18" charset="0"/>
              </a:rPr>
              <a:t>Hanin Mohamed </a:t>
            </a:r>
            <a:r>
              <a:rPr lang="en-US" sz="3200" dirty="0" err="1">
                <a:latin typeface="Sylfaen" panose="010A0502050306030303" pitchFamily="18" charset="0"/>
              </a:rPr>
              <a:t>Hamouda</a:t>
            </a:r>
            <a:r>
              <a:rPr lang="en-US" sz="3200" dirty="0">
                <a:latin typeface="Sylfaen" panose="010A0502050306030303" pitchFamily="18" charset="0"/>
              </a:rPr>
              <a:t>      </a:t>
            </a:r>
            <a:r>
              <a:rPr lang="en-US" sz="3200" dirty="0">
                <a:solidFill>
                  <a:schemeClr val="accent1"/>
                </a:solidFill>
                <a:latin typeface="Sylfaen" panose="010A0502050306030303" pitchFamily="18" charset="0"/>
              </a:rPr>
              <a:t>ID</a:t>
            </a:r>
            <a:r>
              <a:rPr lang="en-US" sz="3200" dirty="0">
                <a:latin typeface="Sylfaen" panose="010A0502050306030303" pitchFamily="18" charset="0"/>
              </a:rPr>
              <a:t> : 2205232</a:t>
            </a:r>
            <a:br>
              <a:rPr lang="en-US" sz="3200" b="1" dirty="0">
                <a:latin typeface="Sylfaen" panose="010A0502050306030303" pitchFamily="18" charset="0"/>
              </a:rPr>
            </a:br>
            <a:br>
              <a:rPr lang="en-US" b="1" dirty="0">
                <a:latin typeface="Sylfaen" panose="010A0502050306030303" pitchFamily="18" charset="0"/>
              </a:rPr>
            </a:br>
            <a:endParaRPr lang="en-US" dirty="0"/>
          </a:p>
        </p:txBody>
      </p:sp>
      <p:sp>
        <p:nvSpPr>
          <p:cNvPr id="2" name="TextBox 1">
            <a:extLst>
              <a:ext uri="{FF2B5EF4-FFF2-40B4-BE49-F238E27FC236}">
                <a16:creationId xmlns:a16="http://schemas.microsoft.com/office/drawing/2014/main" id="{083CE7B9-84AE-69DF-9C38-AE6EEABCC9DC}"/>
              </a:ext>
            </a:extLst>
          </p:cNvPr>
          <p:cNvSpPr txBox="1"/>
          <p:nvPr/>
        </p:nvSpPr>
        <p:spPr>
          <a:xfrm>
            <a:off x="1446212" y="1219200"/>
            <a:ext cx="3200400" cy="646331"/>
          </a:xfrm>
          <a:prstGeom prst="rect">
            <a:avLst/>
          </a:prstGeom>
          <a:noFill/>
        </p:spPr>
        <p:txBody>
          <a:bodyPr wrap="square" rtlCol="0">
            <a:spAutoFit/>
          </a:bodyPr>
          <a:lstStyle/>
          <a:p>
            <a:r>
              <a:rPr lang="en-US" sz="3600" dirty="0">
                <a:solidFill>
                  <a:schemeClr val="accent1"/>
                </a:solidFill>
              </a:rPr>
              <a:t>Team Members </a:t>
            </a:r>
            <a:endParaRPr lang="en-AE" sz="3600" dirty="0">
              <a:solidFill>
                <a:schemeClr val="accent1"/>
              </a:solidFill>
            </a:endParaRPr>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solidFill>
                  <a:schemeClr val="accent1"/>
                </a:solidFill>
              </a:rPr>
              <a:t>Table Of Content</a:t>
            </a:r>
          </a:p>
        </p:txBody>
      </p:sp>
      <p:sp>
        <p:nvSpPr>
          <p:cNvPr id="14" name="Content Placeholder 13"/>
          <p:cNvSpPr>
            <a:spLocks noGrp="1"/>
          </p:cNvSpPr>
          <p:nvPr>
            <p:ph idx="1"/>
          </p:nvPr>
        </p:nvSpPr>
        <p:spPr/>
        <p:txBody>
          <a:bodyPr>
            <a:normAutofit/>
          </a:bodyPr>
          <a:lstStyle/>
          <a:p>
            <a:pPr>
              <a:lnSpc>
                <a:spcPct val="150000"/>
              </a:lnSpc>
            </a:pPr>
            <a:r>
              <a:rPr lang="en-US" sz="2400" i="0" dirty="0">
                <a:effectLst/>
                <a:latin typeface="Segoe UI" panose="020B0502040204020203" pitchFamily="34" charset="0"/>
              </a:rPr>
              <a:t>Why DNS Anomaly Detection</a:t>
            </a:r>
          </a:p>
          <a:p>
            <a:pPr>
              <a:lnSpc>
                <a:spcPct val="150000"/>
              </a:lnSpc>
            </a:pPr>
            <a:r>
              <a:rPr lang="en-US" sz="2400" dirty="0"/>
              <a:t>What is DNS Cache Poisoning</a:t>
            </a:r>
          </a:p>
          <a:p>
            <a:pPr>
              <a:lnSpc>
                <a:spcPct val="150000"/>
              </a:lnSpc>
            </a:pPr>
            <a:r>
              <a:rPr lang="en-US" sz="2400" dirty="0">
                <a:latin typeface="Segoe UI" panose="020B0502040204020203" pitchFamily="34" charset="0"/>
              </a:rPr>
              <a:t>About The Data</a:t>
            </a:r>
          </a:p>
          <a:p>
            <a:pPr>
              <a:lnSpc>
                <a:spcPct val="150000"/>
              </a:lnSpc>
            </a:pPr>
            <a:r>
              <a:rPr lang="en-US" sz="2400" dirty="0"/>
              <a:t>Feature Selection</a:t>
            </a:r>
            <a:endParaRPr lang="en-US" sz="2400" dirty="0">
              <a:latin typeface="Segoe UI" panose="020B0502040204020203" pitchFamily="34" charset="0"/>
            </a:endParaRPr>
          </a:p>
          <a:p>
            <a:pPr>
              <a:lnSpc>
                <a:spcPct val="150000"/>
              </a:lnSpc>
            </a:pPr>
            <a:r>
              <a:rPr lang="en-US" sz="2400" i="0" dirty="0" err="1">
                <a:effectLst/>
                <a:latin typeface="Segoe UI" panose="020B0502040204020203" pitchFamily="34" charset="0"/>
              </a:rPr>
              <a:t>Alogrithms</a:t>
            </a:r>
            <a:r>
              <a:rPr lang="en-US" sz="2400" i="0" dirty="0">
                <a:effectLst/>
                <a:latin typeface="Segoe UI" panose="020B0502040204020203" pitchFamily="34" charset="0"/>
              </a:rPr>
              <a:t> Applied </a:t>
            </a:r>
          </a:p>
          <a:p>
            <a:pPr>
              <a:lnSpc>
                <a:spcPct val="150000"/>
              </a:lnSpc>
            </a:pPr>
            <a:r>
              <a:rPr lang="en-US" sz="2400" dirty="0">
                <a:latin typeface="Segoe UI" panose="020B0502040204020203" pitchFamily="34" charset="0"/>
              </a:rPr>
              <a:t>Conclusion </a:t>
            </a:r>
            <a:endParaRPr lang="en-US" sz="2400" i="0" dirty="0">
              <a:effectLst/>
              <a:latin typeface="Segoe UI" panose="020B0502040204020203" pitchFamily="34" charset="0"/>
            </a:endParaRPr>
          </a:p>
          <a:p>
            <a:endParaRPr lang="en-US" sz="2400"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989012" y="1069709"/>
            <a:ext cx="10590372" cy="533400"/>
          </a:xfrm>
        </p:spPr>
        <p:txBody>
          <a:bodyPr>
            <a:normAutofit fontScale="90000"/>
          </a:bodyPr>
          <a:lstStyle/>
          <a:p>
            <a:r>
              <a:rPr lang="en-US" sz="3600" i="0" dirty="0">
                <a:solidFill>
                  <a:schemeClr val="accent1"/>
                </a:solidFill>
                <a:effectLst/>
                <a:latin typeface="Segoe UI" panose="020B0502040204020203" pitchFamily="34" charset="0"/>
              </a:rPr>
              <a:t>Why DNS </a:t>
            </a:r>
            <a:r>
              <a:rPr lang="en-US" sz="3600" i="0">
                <a:solidFill>
                  <a:schemeClr val="accent1"/>
                </a:solidFill>
                <a:effectLst/>
                <a:latin typeface="Segoe UI" panose="020B0502040204020203" pitchFamily="34" charset="0"/>
              </a:rPr>
              <a:t>Anomaly Detection</a:t>
            </a:r>
            <a:br>
              <a:rPr lang="en-US" sz="3600" i="0" dirty="0">
                <a:effectLst/>
                <a:latin typeface="Segoe UI" panose="020B0502040204020203" pitchFamily="34" charset="0"/>
              </a:rPr>
            </a:br>
            <a:endParaRPr lang="en-US" dirty="0"/>
          </a:p>
        </p:txBody>
      </p:sp>
      <p:sp>
        <p:nvSpPr>
          <p:cNvPr id="5" name="Rectangle 1">
            <a:extLst>
              <a:ext uri="{FF2B5EF4-FFF2-40B4-BE49-F238E27FC236}">
                <a16:creationId xmlns:a16="http://schemas.microsoft.com/office/drawing/2014/main" id="{30D640F4-EE9B-4197-D7AF-C5AC281CBD8B}"/>
              </a:ext>
            </a:extLst>
          </p:cNvPr>
          <p:cNvSpPr>
            <a:spLocks noChangeArrowheads="1"/>
          </p:cNvSpPr>
          <p:nvPr/>
        </p:nvSpPr>
        <p:spPr bwMode="auto">
          <a:xfrm>
            <a:off x="1065212" y="1570249"/>
            <a:ext cx="9677400" cy="4197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AE" altLang="en-US" sz="2000" b="0" i="0" u="none" strike="noStrike" cap="none" normalizeH="0" baseline="0" dirty="0">
                <a:ln>
                  <a:noFill/>
                </a:ln>
                <a:solidFill>
                  <a:schemeClr val="tx1"/>
                </a:solidFill>
                <a:effectLst/>
                <a:latin typeface="Arial" panose="020B0604020202020204" pitchFamily="34" charset="0"/>
              </a:rPr>
              <a:t>DNS (</a:t>
            </a:r>
            <a:r>
              <a:rPr kumimoji="0" lang="en-AE" altLang="en-US" sz="2000" b="0" i="0" u="none" strike="noStrike" cap="none" normalizeH="0" baseline="0" dirty="0">
                <a:ln>
                  <a:noFill/>
                </a:ln>
                <a:solidFill>
                  <a:schemeClr val="accent1"/>
                </a:solidFill>
                <a:effectLst/>
                <a:latin typeface="Arial" panose="020B0604020202020204" pitchFamily="34" charset="0"/>
              </a:rPr>
              <a:t>Domain Name System</a:t>
            </a:r>
            <a:r>
              <a:rPr kumimoji="0" lang="en-AE" altLang="en-US" sz="2000" b="0" i="0" u="none" strike="noStrike" cap="none" normalizeH="0" baseline="0" dirty="0">
                <a:ln>
                  <a:noFill/>
                </a:ln>
                <a:solidFill>
                  <a:schemeClr val="tx1"/>
                </a:solidFill>
                <a:effectLst/>
                <a:latin typeface="Arial" panose="020B0604020202020204" pitchFamily="34" charset="0"/>
              </a:rPr>
              <a:t>) is the backbone of the internet, where it translates domain names like example.com into IP address. However, thus critical System is prone to cyberattacks. It is vulnerable to cache poisoning attacks which result in:</a:t>
            </a:r>
          </a:p>
          <a:p>
            <a:pPr marL="342900" marR="0" lvl="0" indent="-34290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
              <a:tabLst/>
            </a:pPr>
            <a:r>
              <a:rPr kumimoji="0" lang="en-US" altLang="en-US" sz="2000" b="0" i="0" u="none" strike="noStrike" cap="none" normalizeH="0" baseline="0" dirty="0">
                <a:ln>
                  <a:noFill/>
                </a:ln>
                <a:effectLst/>
                <a:latin typeface="Arial" panose="020B0604020202020204" pitchFamily="34" charset="0"/>
              </a:rPr>
              <a:t>Phishing</a:t>
            </a:r>
          </a:p>
          <a:p>
            <a:pPr marL="285750" marR="0" lvl="0" indent="-28575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Malware Distribution</a:t>
            </a:r>
          </a:p>
          <a:p>
            <a:pPr marL="285750" marR="0" lvl="0" indent="-285750" algn="l" defTabSz="914400" rtl="0" eaLnBrk="0" fontAlgn="base" latinLnBrk="0" hangingPunct="0">
              <a:lnSpc>
                <a:spcPct val="150000"/>
              </a:lnSpc>
              <a:spcBef>
                <a:spcPct val="0"/>
              </a:spcBef>
              <a:spcAft>
                <a:spcPct val="0"/>
              </a:spcAft>
              <a:buClr>
                <a:schemeClr val="accent1"/>
              </a:buClr>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Service Disruption </a:t>
            </a:r>
          </a:p>
          <a:p>
            <a:pPr marR="0" lvl="0" algn="l" defTabSz="914400" rtl="0" eaLnBrk="0" fontAlgn="base" latinLnBrk="0" hangingPunct="0">
              <a:lnSpc>
                <a:spcPct val="150000"/>
              </a:lnSpc>
              <a:spcBef>
                <a:spcPct val="0"/>
              </a:spcBef>
              <a:spcAft>
                <a:spcPct val="0"/>
              </a:spcAft>
              <a:buClr>
                <a:schemeClr val="accent1"/>
              </a:buClr>
              <a:buSzTx/>
              <a:tabLst/>
            </a:pPr>
            <a:r>
              <a:rPr lang="en-AE" altLang="en-US" sz="2000" dirty="0">
                <a:latin typeface="Arial" panose="020B0604020202020204" pitchFamily="34" charset="0"/>
              </a:rPr>
              <a:t>So ,</a:t>
            </a:r>
            <a:r>
              <a:rPr lang="en-AE" altLang="en-US" sz="2000" b="1" dirty="0">
                <a:solidFill>
                  <a:schemeClr val="accent1"/>
                </a:solidFill>
                <a:latin typeface="Arial" panose="020B0604020202020204" pitchFamily="34" charset="0"/>
              </a:rPr>
              <a:t>DNS Anomaly Detection </a:t>
            </a:r>
            <a:r>
              <a:rPr lang="en-AE" altLang="en-US" sz="2000" dirty="0">
                <a:latin typeface="Arial" panose="020B0604020202020204" pitchFamily="34" charset="0"/>
              </a:rPr>
              <a:t>is used to identify unusual DNS patterns, such as abnormal query volumes, low TTL values, or Suspicious transaction ID entropy, to prevent such attacks.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481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9012" y="604571"/>
            <a:ext cx="10360501" cy="766763"/>
          </a:xfrm>
        </p:spPr>
        <p:txBody>
          <a:bodyPr>
            <a:normAutofit fontScale="90000"/>
          </a:bodyPr>
          <a:lstStyle/>
          <a:p>
            <a:pPr>
              <a:lnSpc>
                <a:spcPct val="150000"/>
              </a:lnSpc>
            </a:pPr>
            <a:r>
              <a:rPr lang="en-US" dirty="0">
                <a:solidFill>
                  <a:schemeClr val="accent1"/>
                </a:solidFill>
              </a:rPr>
              <a:t>What is DNS Cache Poisoning</a:t>
            </a:r>
          </a:p>
        </p:txBody>
      </p:sp>
      <p:sp>
        <p:nvSpPr>
          <p:cNvPr id="9" name="TextBox 8">
            <a:extLst>
              <a:ext uri="{FF2B5EF4-FFF2-40B4-BE49-F238E27FC236}">
                <a16:creationId xmlns:a16="http://schemas.microsoft.com/office/drawing/2014/main" id="{F64F0D21-80C2-F894-EE56-C8A40A60BD8B}"/>
              </a:ext>
            </a:extLst>
          </p:cNvPr>
          <p:cNvSpPr txBox="1"/>
          <p:nvPr/>
        </p:nvSpPr>
        <p:spPr>
          <a:xfrm>
            <a:off x="1141411" y="3810000"/>
            <a:ext cx="3962400" cy="523220"/>
          </a:xfrm>
          <a:prstGeom prst="rect">
            <a:avLst/>
          </a:prstGeom>
          <a:noFill/>
        </p:spPr>
        <p:txBody>
          <a:bodyPr wrap="square" rtlCol="0">
            <a:spAutoFit/>
          </a:bodyPr>
          <a:lstStyle/>
          <a:p>
            <a:endParaRPr lang="en-AE" sz="2800" dirty="0"/>
          </a:p>
        </p:txBody>
      </p:sp>
      <p:sp>
        <p:nvSpPr>
          <p:cNvPr id="10" name="Rectangle 1">
            <a:extLst>
              <a:ext uri="{FF2B5EF4-FFF2-40B4-BE49-F238E27FC236}">
                <a16:creationId xmlns:a16="http://schemas.microsoft.com/office/drawing/2014/main" id="{7938B9FB-01EA-5CAF-ABD6-5E6B2195DD98}"/>
              </a:ext>
            </a:extLst>
          </p:cNvPr>
          <p:cNvSpPr>
            <a:spLocks noChangeArrowheads="1"/>
          </p:cNvSpPr>
          <p:nvPr/>
        </p:nvSpPr>
        <p:spPr bwMode="auto">
          <a:xfrm>
            <a:off x="1141411" y="1983432"/>
            <a:ext cx="9447213" cy="3266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accent1"/>
                </a:solidFill>
                <a:effectLst/>
                <a:latin typeface="Arial" panose="020B0604020202020204" pitchFamily="34" charset="0"/>
              </a:rPr>
              <a:t>DNS Cache Poisoning, or DNS spoofing</a:t>
            </a:r>
            <a:r>
              <a:rPr kumimoji="0" lang="en-US" altLang="en-US" sz="2000" b="0" i="0" u="none" strike="noStrike" cap="none" normalizeH="0" baseline="0" dirty="0">
                <a:ln>
                  <a:noFill/>
                </a:ln>
                <a:solidFill>
                  <a:schemeClr val="tx1"/>
                </a:solidFill>
                <a:effectLst/>
                <a:latin typeface="Arial" panose="020B0604020202020204" pitchFamily="34" charset="0"/>
              </a:rPr>
              <a:t>, is a cyberattack where fake DNS responses are injected into a resolver's cache, redirecting users to malicious IP addresses.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attacker floods the resolver with fake responses while it waits for a legitimate one, attempting to guess the correct </a:t>
            </a:r>
            <a:r>
              <a:rPr kumimoji="0" lang="en-US" altLang="en-US" sz="2000" b="1" i="0" u="none" strike="noStrike" cap="none" normalizeH="0" baseline="0" dirty="0">
                <a:ln>
                  <a:noFill/>
                </a:ln>
                <a:solidFill>
                  <a:schemeClr val="accent1"/>
                </a:solidFill>
                <a:effectLst/>
                <a:latin typeface="Arial" panose="020B0604020202020204" pitchFamily="34" charset="0"/>
              </a:rPr>
              <a:t>Transaction ID </a:t>
            </a:r>
            <a:r>
              <a:rPr kumimoji="0" lang="en-US" altLang="en-US" sz="2000" b="0" i="0" u="none" strike="noStrike" cap="none" normalizeH="0" baseline="0" dirty="0">
                <a:ln>
                  <a:noFill/>
                </a:ln>
                <a:solidFill>
                  <a:schemeClr val="tx1"/>
                </a:solidFill>
                <a:effectLst/>
                <a:latin typeface="Arial" panose="020B0604020202020204" pitchFamily="34" charset="0"/>
              </a:rPr>
              <a:t>If successful, the resolver accepts and caches the fake IP as valid. As a result, future queries for the poisoned domain redirect users to the malicious server.</a:t>
            </a:r>
          </a:p>
        </p:txBody>
      </p:sp>
    </p:spTree>
    <p:extLst>
      <p:ext uri="{BB962C8B-B14F-4D97-AF65-F5344CB8AC3E}">
        <p14:creationId xmlns:p14="http://schemas.microsoft.com/office/powerpoint/2010/main" val="234191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2" y="359449"/>
            <a:ext cx="10360501" cy="1223963"/>
          </a:xfrm>
        </p:spPr>
        <p:txBody>
          <a:bodyPr/>
          <a:lstStyle/>
          <a:p>
            <a:pPr>
              <a:lnSpc>
                <a:spcPct val="150000"/>
              </a:lnSpc>
            </a:pPr>
            <a:r>
              <a:rPr lang="en-US" sz="3600" dirty="0">
                <a:solidFill>
                  <a:schemeClr val="accent1"/>
                </a:solidFill>
                <a:latin typeface="Segoe UI" panose="020B0502040204020203" pitchFamily="34" charset="0"/>
              </a:rPr>
              <a:t>About The Data</a:t>
            </a:r>
          </a:p>
        </p:txBody>
      </p:sp>
      <p:sp>
        <p:nvSpPr>
          <p:cNvPr id="11" name="TextBox 10">
            <a:extLst>
              <a:ext uri="{FF2B5EF4-FFF2-40B4-BE49-F238E27FC236}">
                <a16:creationId xmlns:a16="http://schemas.microsoft.com/office/drawing/2014/main" id="{47FF39EC-A9C5-0C45-ABEC-0674840475FB}"/>
              </a:ext>
            </a:extLst>
          </p:cNvPr>
          <p:cNvSpPr txBox="1"/>
          <p:nvPr/>
        </p:nvSpPr>
        <p:spPr>
          <a:xfrm>
            <a:off x="1217612" y="1981200"/>
            <a:ext cx="9372600" cy="3737946"/>
          </a:xfrm>
          <a:prstGeom prst="rect">
            <a:avLst/>
          </a:prstGeom>
          <a:noFill/>
        </p:spPr>
        <p:txBody>
          <a:bodyPr wrap="square" rtlCol="0">
            <a:spAutoFit/>
          </a:bodyPr>
          <a:lstStyle/>
          <a:p>
            <a:pPr>
              <a:lnSpc>
                <a:spcPct val="150000"/>
              </a:lnSpc>
            </a:pPr>
            <a:r>
              <a:rPr lang="en-AE" sz="2000" dirty="0"/>
              <a:t>The Data is </a:t>
            </a:r>
            <a:r>
              <a:rPr lang="en-AE" sz="2000" b="1" dirty="0">
                <a:solidFill>
                  <a:schemeClr val="accent1"/>
                </a:solidFill>
              </a:rPr>
              <a:t>synthetic</a:t>
            </a:r>
            <a:r>
              <a:rPr lang="en-AE" sz="2000" dirty="0"/>
              <a:t>, which mimics the </a:t>
            </a:r>
            <a:r>
              <a:rPr lang="en-AE" sz="2000" dirty="0" err="1"/>
              <a:t>behavior</a:t>
            </a:r>
            <a:r>
              <a:rPr lang="en-AE" sz="2000" dirty="0"/>
              <a:t> of real DNS queries by creating patterns that reflect normal traffic and anomalies. For example, normal data will have consistent query volumes, TTL values, and transaction ID entropy, while anomalies include irregular patterns like high query volumes, low TTL values, or predictable transactions ID.</a:t>
            </a:r>
          </a:p>
          <a:p>
            <a:pPr>
              <a:lnSpc>
                <a:spcPct val="150000"/>
              </a:lnSpc>
            </a:pPr>
            <a:r>
              <a:rPr lang="en-AE" sz="2000" dirty="0"/>
              <a:t>Synthetic data ensures that Machine learning can detect anomalies effectively ,provides flexibility , and designs scenarios for DNS cache poisoning ,so it is useful and safe for training and testing.</a:t>
            </a:r>
          </a:p>
        </p:txBody>
      </p:sp>
    </p:spTree>
    <p:extLst>
      <p:ext uri="{BB962C8B-B14F-4D97-AF65-F5344CB8AC3E}">
        <p14:creationId xmlns:p14="http://schemas.microsoft.com/office/powerpoint/2010/main" val="412318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E7BE2-7C96-5A67-486A-3F1FE6260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8FCFF-1103-9201-9B4C-7DF04441A0B7}"/>
              </a:ext>
            </a:extLst>
          </p:cNvPr>
          <p:cNvSpPr>
            <a:spLocks noGrp="1"/>
          </p:cNvSpPr>
          <p:nvPr>
            <p:ph type="title"/>
          </p:nvPr>
        </p:nvSpPr>
        <p:spPr>
          <a:xfrm>
            <a:off x="1050406" y="-152400"/>
            <a:ext cx="10360501" cy="1223963"/>
          </a:xfrm>
        </p:spPr>
        <p:txBody>
          <a:bodyPr/>
          <a:lstStyle/>
          <a:p>
            <a:pPr>
              <a:lnSpc>
                <a:spcPct val="150000"/>
              </a:lnSpc>
            </a:pPr>
            <a:r>
              <a:rPr lang="en-US" sz="3600" dirty="0">
                <a:solidFill>
                  <a:schemeClr val="accent1"/>
                </a:solidFill>
                <a:latin typeface="Segoe UI" panose="020B0502040204020203" pitchFamily="34" charset="0"/>
              </a:rPr>
              <a:t>About The Data</a:t>
            </a:r>
          </a:p>
        </p:txBody>
      </p:sp>
      <p:sp>
        <p:nvSpPr>
          <p:cNvPr id="3" name="TextBox 2">
            <a:extLst>
              <a:ext uri="{FF2B5EF4-FFF2-40B4-BE49-F238E27FC236}">
                <a16:creationId xmlns:a16="http://schemas.microsoft.com/office/drawing/2014/main" id="{1EA8A508-12B7-DBE1-3453-7388A85ECD75}"/>
              </a:ext>
            </a:extLst>
          </p:cNvPr>
          <p:cNvSpPr txBox="1"/>
          <p:nvPr/>
        </p:nvSpPr>
        <p:spPr>
          <a:xfrm>
            <a:off x="1027112" y="990600"/>
            <a:ext cx="10134600" cy="5584606"/>
          </a:xfrm>
          <a:prstGeom prst="rect">
            <a:avLst/>
          </a:prstGeom>
          <a:noFill/>
        </p:spPr>
        <p:txBody>
          <a:bodyPr wrap="square" rtlCol="0">
            <a:spAutoFit/>
          </a:bodyPr>
          <a:lstStyle/>
          <a:p>
            <a:pPr>
              <a:lnSpc>
                <a:spcPct val="150000"/>
              </a:lnSpc>
            </a:pPr>
            <a:r>
              <a:rPr lang="en-AE" sz="2000" dirty="0"/>
              <a:t>The dataset used for the DNS anomaly detector is </a:t>
            </a:r>
            <a:r>
              <a:rPr lang="en-AE" sz="2000" b="1" dirty="0">
                <a:solidFill>
                  <a:schemeClr val="accent1"/>
                </a:solidFill>
              </a:rPr>
              <a:t>unsupervised in nature </a:t>
            </a:r>
            <a:r>
              <a:rPr lang="en-AE" sz="2000" dirty="0"/>
              <a:t>because it lacks predefined labels indicating "normal" or "anomalous" DNS traffic</a:t>
            </a:r>
            <a:r>
              <a:rPr lang="en-US" sz="2000" dirty="0"/>
              <a:t>.</a:t>
            </a:r>
          </a:p>
          <a:p>
            <a:pPr>
              <a:lnSpc>
                <a:spcPct val="150000"/>
              </a:lnSpc>
            </a:pPr>
            <a:r>
              <a:rPr lang="en-US" sz="2000" dirty="0"/>
              <a:t>The data’s Features:</a:t>
            </a:r>
          </a:p>
          <a:p>
            <a:pPr marL="342900" indent="-342900">
              <a:lnSpc>
                <a:spcPct val="150000"/>
              </a:lnSpc>
              <a:buClr>
                <a:schemeClr val="accent1"/>
              </a:buClr>
              <a:buFont typeface="Arial" panose="020B0604020202020204" pitchFamily="34" charset="0"/>
              <a:buChar char="•"/>
            </a:pPr>
            <a:r>
              <a:rPr lang="en-AE" sz="2000" b="1" dirty="0"/>
              <a:t>Timestamp (</a:t>
            </a:r>
            <a:r>
              <a:rPr lang="en-AE" sz="2000" b="1" dirty="0" err="1">
                <a:solidFill>
                  <a:schemeClr val="accent1"/>
                </a:solidFill>
              </a:rPr>
              <a:t>DateTime</a:t>
            </a:r>
            <a:r>
              <a:rPr lang="en-AE" sz="2000" b="1" dirty="0"/>
              <a:t>):</a:t>
            </a:r>
            <a:r>
              <a:rPr lang="en-AE" sz="2000" dirty="0"/>
              <a:t> Records the exact time of each DNS query or response.</a:t>
            </a:r>
          </a:p>
          <a:p>
            <a:pPr marL="342900" indent="-342900">
              <a:lnSpc>
                <a:spcPct val="150000"/>
              </a:lnSpc>
              <a:buClr>
                <a:schemeClr val="accent1"/>
              </a:buClr>
              <a:buFont typeface="Arial" panose="020B0604020202020204" pitchFamily="34" charset="0"/>
              <a:buChar char="•"/>
            </a:pPr>
            <a:r>
              <a:rPr lang="en-AE" sz="2000" b="1" dirty="0" err="1"/>
              <a:t>Source_IP</a:t>
            </a:r>
            <a:r>
              <a:rPr lang="en-AE" sz="2000" b="1" dirty="0"/>
              <a:t> (</a:t>
            </a:r>
            <a:r>
              <a:rPr lang="en-AE" sz="2000" b="1" dirty="0">
                <a:solidFill>
                  <a:schemeClr val="accent1"/>
                </a:solidFill>
              </a:rPr>
              <a:t>IPV4 or IPV6</a:t>
            </a:r>
            <a:r>
              <a:rPr lang="en-AE" sz="2000" b="1" dirty="0"/>
              <a:t>): </a:t>
            </a:r>
            <a:r>
              <a:rPr lang="en-AE" sz="2000" dirty="0"/>
              <a:t>Represents the IP address of the device initiating the DNS query.</a:t>
            </a:r>
          </a:p>
          <a:p>
            <a:pPr marL="342900" indent="-342900">
              <a:lnSpc>
                <a:spcPct val="150000"/>
              </a:lnSpc>
              <a:buClr>
                <a:schemeClr val="accent1"/>
              </a:buClr>
              <a:buFont typeface="Arial" panose="020B0604020202020204" pitchFamily="34" charset="0"/>
              <a:buChar char="•"/>
            </a:pPr>
            <a:r>
              <a:rPr lang="en-AE" sz="2000" b="1" dirty="0" err="1"/>
              <a:t>Destination_IP</a:t>
            </a:r>
            <a:r>
              <a:rPr lang="en-AE" sz="2000" b="1" dirty="0"/>
              <a:t> (</a:t>
            </a:r>
            <a:r>
              <a:rPr lang="en-AE" sz="2000" b="1" dirty="0">
                <a:solidFill>
                  <a:schemeClr val="accent1"/>
                </a:solidFill>
              </a:rPr>
              <a:t>IPV4 or IPV6</a:t>
            </a:r>
            <a:r>
              <a:rPr lang="en-AE" sz="2000" b="1" dirty="0"/>
              <a:t>): </a:t>
            </a:r>
            <a:r>
              <a:rPr lang="en-AE" sz="2000" dirty="0"/>
              <a:t>Represents the IP address of the DNS server or resolver receiving the query.</a:t>
            </a:r>
          </a:p>
          <a:p>
            <a:pPr marL="342900" indent="-342900">
              <a:lnSpc>
                <a:spcPct val="150000"/>
              </a:lnSpc>
              <a:buClr>
                <a:schemeClr val="accent1"/>
              </a:buClr>
              <a:buFont typeface="Arial" panose="020B0604020202020204" pitchFamily="34" charset="0"/>
              <a:buChar char="•"/>
            </a:pPr>
            <a:r>
              <a:rPr lang="en-AE" sz="2000" b="1" dirty="0" err="1"/>
              <a:t>Query_Volume</a:t>
            </a:r>
            <a:r>
              <a:rPr lang="en-AE" sz="2000" b="1" dirty="0"/>
              <a:t> (</a:t>
            </a:r>
            <a:r>
              <a:rPr lang="en-US" sz="2000" b="1" dirty="0">
                <a:solidFill>
                  <a:schemeClr val="accent1"/>
                </a:solidFill>
              </a:rPr>
              <a:t>Integer</a:t>
            </a:r>
            <a:r>
              <a:rPr lang="en-US" sz="2000" b="1" dirty="0"/>
              <a:t>)</a:t>
            </a:r>
            <a:r>
              <a:rPr lang="en-AE" sz="2000" b="1" dirty="0"/>
              <a:t>: </a:t>
            </a:r>
            <a:r>
              <a:rPr lang="en-AE" sz="2000" dirty="0"/>
              <a:t>The number of DNS queries sent in a defined period.</a:t>
            </a:r>
          </a:p>
          <a:p>
            <a:pPr marL="342900" indent="-342900">
              <a:lnSpc>
                <a:spcPct val="150000"/>
              </a:lnSpc>
              <a:buClr>
                <a:schemeClr val="accent1"/>
              </a:buClr>
              <a:buFont typeface="Arial" panose="020B0604020202020204" pitchFamily="34" charset="0"/>
              <a:buChar char="•"/>
            </a:pPr>
            <a:r>
              <a:rPr lang="en-AE" sz="2000" b="1" dirty="0" err="1"/>
              <a:t>TTL_Value</a:t>
            </a:r>
            <a:r>
              <a:rPr lang="en-AE" sz="2000" b="1" dirty="0"/>
              <a:t> (</a:t>
            </a:r>
            <a:r>
              <a:rPr lang="en-AE" sz="2000" b="1" dirty="0">
                <a:solidFill>
                  <a:schemeClr val="accent1"/>
                </a:solidFill>
              </a:rPr>
              <a:t>Integer</a:t>
            </a:r>
            <a:r>
              <a:rPr lang="en-AE" sz="2000" b="1" dirty="0"/>
              <a:t>): </a:t>
            </a:r>
            <a:r>
              <a:rPr lang="en-AE" sz="2000" dirty="0"/>
              <a:t>Specifies the duration a DNS record remains valid in the cache before expiration.</a:t>
            </a:r>
          </a:p>
          <a:p>
            <a:pPr marL="342900" indent="-342900">
              <a:lnSpc>
                <a:spcPct val="150000"/>
              </a:lnSpc>
              <a:buClr>
                <a:schemeClr val="accent1"/>
              </a:buClr>
              <a:buFont typeface="Arial" panose="020B0604020202020204" pitchFamily="34" charset="0"/>
              <a:buChar char="•"/>
            </a:pPr>
            <a:r>
              <a:rPr lang="en-AE" sz="2000" b="1" dirty="0" err="1"/>
              <a:t>Transaction_ID_Entropy</a:t>
            </a:r>
            <a:r>
              <a:rPr lang="en-AE" sz="2000" b="1" dirty="0"/>
              <a:t> (</a:t>
            </a:r>
            <a:r>
              <a:rPr lang="en-AE" sz="2000" b="1" dirty="0">
                <a:solidFill>
                  <a:schemeClr val="accent1"/>
                </a:solidFill>
              </a:rPr>
              <a:t>Float</a:t>
            </a:r>
            <a:r>
              <a:rPr lang="en-AE" sz="2000" b="1" dirty="0"/>
              <a:t>): </a:t>
            </a:r>
            <a:r>
              <a:rPr lang="en-AE" sz="2000" dirty="0"/>
              <a:t>A measure of randomness in DNS transaction IDs, which link queries to their responses.</a:t>
            </a:r>
          </a:p>
        </p:txBody>
      </p:sp>
    </p:spTree>
    <p:extLst>
      <p:ext uri="{BB962C8B-B14F-4D97-AF65-F5344CB8AC3E}">
        <p14:creationId xmlns:p14="http://schemas.microsoft.com/office/powerpoint/2010/main" val="3050056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1412" y="0"/>
            <a:ext cx="10360501" cy="1223963"/>
          </a:xfrm>
        </p:spPr>
        <p:txBody>
          <a:bodyPr>
            <a:normAutofit/>
          </a:bodyPr>
          <a:lstStyle/>
          <a:p>
            <a:pPr>
              <a:lnSpc>
                <a:spcPct val="150000"/>
              </a:lnSpc>
            </a:pPr>
            <a:r>
              <a:rPr lang="en-US" sz="4000" dirty="0">
                <a:solidFill>
                  <a:schemeClr val="accent1"/>
                </a:solidFill>
              </a:rPr>
              <a:t>Feature Selection</a:t>
            </a:r>
            <a:endParaRPr lang="en-US" sz="4000" dirty="0">
              <a:solidFill>
                <a:schemeClr val="accent1"/>
              </a:solidFill>
              <a:latin typeface="Segoe UI" panose="020B0502040204020203" pitchFamily="34" charset="0"/>
            </a:endParaRPr>
          </a:p>
        </p:txBody>
      </p:sp>
      <p:sp>
        <p:nvSpPr>
          <p:cNvPr id="2" name="TextBox 1">
            <a:extLst>
              <a:ext uri="{FF2B5EF4-FFF2-40B4-BE49-F238E27FC236}">
                <a16:creationId xmlns:a16="http://schemas.microsoft.com/office/drawing/2014/main" id="{9A6356CE-D2F8-09AC-1E45-2A4C624E2FA9}"/>
              </a:ext>
            </a:extLst>
          </p:cNvPr>
          <p:cNvSpPr txBox="1"/>
          <p:nvPr/>
        </p:nvSpPr>
        <p:spPr>
          <a:xfrm>
            <a:off x="1141412" y="1371600"/>
            <a:ext cx="10820400" cy="4661276"/>
          </a:xfrm>
          <a:prstGeom prst="rect">
            <a:avLst/>
          </a:prstGeom>
          <a:noFill/>
        </p:spPr>
        <p:txBody>
          <a:bodyPr wrap="square" rtlCol="0">
            <a:spAutoFit/>
          </a:bodyPr>
          <a:lstStyle/>
          <a:p>
            <a:pPr>
              <a:lnSpc>
                <a:spcPct val="150000"/>
              </a:lnSpc>
            </a:pPr>
            <a:r>
              <a:rPr lang="en-US" sz="2000" dirty="0"/>
              <a:t>As the data is Synthetic , It doesn’t need any preprocessing as it is designed to simulate realistic DNS traffic with predefined patterns that is ready for training and testing.</a:t>
            </a:r>
          </a:p>
          <a:p>
            <a:pPr>
              <a:lnSpc>
                <a:spcPct val="150000"/>
              </a:lnSpc>
            </a:pPr>
            <a:r>
              <a:rPr lang="en-US" sz="2000" dirty="0"/>
              <a:t>So, we just selected the features that are relevant for DNS anomaly detection.</a:t>
            </a:r>
          </a:p>
          <a:p>
            <a:pPr>
              <a:lnSpc>
                <a:spcPct val="150000"/>
              </a:lnSpc>
            </a:pPr>
            <a:r>
              <a:rPr lang="en-US" sz="2000" dirty="0"/>
              <a:t>The Selected Features:</a:t>
            </a:r>
          </a:p>
          <a:p>
            <a:pPr marL="457200" indent="-457200">
              <a:lnSpc>
                <a:spcPct val="150000"/>
              </a:lnSpc>
              <a:buClr>
                <a:schemeClr val="accent1"/>
              </a:buClr>
              <a:buFont typeface="+mj-lt"/>
              <a:buAutoNum type="arabicPeriod"/>
            </a:pPr>
            <a:r>
              <a:rPr lang="en-US" sz="2000" b="1" dirty="0" err="1"/>
              <a:t>Query_Volume</a:t>
            </a:r>
            <a:r>
              <a:rPr lang="en-US" sz="2000" dirty="0"/>
              <a:t>: </a:t>
            </a:r>
            <a:r>
              <a:rPr lang="en-AE" sz="2000" dirty="0"/>
              <a:t>Monitoring query volume allows the model to detect unusual traffic patterns that might signify an attack or misconfiguration in the DNS server.</a:t>
            </a:r>
            <a:endParaRPr lang="en-US" sz="2000" dirty="0"/>
          </a:p>
          <a:p>
            <a:pPr marL="457200" indent="-457200">
              <a:lnSpc>
                <a:spcPct val="150000"/>
              </a:lnSpc>
              <a:buClr>
                <a:schemeClr val="accent1"/>
              </a:buClr>
              <a:buFont typeface="+mj-lt"/>
              <a:buAutoNum type="arabicPeriod"/>
            </a:pPr>
            <a:r>
              <a:rPr lang="en-US" sz="2000" b="1" dirty="0" err="1"/>
              <a:t>TTL_Value</a:t>
            </a:r>
            <a:r>
              <a:rPr lang="en-US" sz="2000" b="1" dirty="0"/>
              <a:t> (Time-to-Live)</a:t>
            </a:r>
            <a:r>
              <a:rPr lang="en-US" sz="2000" dirty="0"/>
              <a:t>: </a:t>
            </a:r>
            <a:r>
              <a:rPr lang="en-AE" sz="2000" dirty="0"/>
              <a:t>Unusual TTL </a:t>
            </a:r>
            <a:r>
              <a:rPr lang="en-AE" sz="2000" dirty="0" err="1"/>
              <a:t>behavior</a:t>
            </a:r>
            <a:r>
              <a:rPr lang="en-AE" sz="2000" dirty="0"/>
              <a:t> (such as very low TTL values) may indicate an attempt to manipulate DNS caches, a common tactic in DNS cache poisoning.</a:t>
            </a:r>
            <a:endParaRPr lang="en-US" sz="2000" dirty="0"/>
          </a:p>
          <a:p>
            <a:pPr marL="457200" indent="-457200">
              <a:lnSpc>
                <a:spcPct val="150000"/>
              </a:lnSpc>
              <a:buClr>
                <a:schemeClr val="accent1"/>
              </a:buClr>
              <a:buFont typeface="+mj-lt"/>
              <a:buAutoNum type="arabicPeriod"/>
            </a:pPr>
            <a:r>
              <a:rPr lang="en-US" sz="2000" b="1" dirty="0" err="1"/>
              <a:t>Transaction_ID_Entropy</a:t>
            </a:r>
            <a:r>
              <a:rPr lang="en-US" sz="2000" dirty="0"/>
              <a:t>: </a:t>
            </a:r>
            <a:r>
              <a:rPr lang="en-AE" sz="2000" dirty="0"/>
              <a:t>Low entropy in TXIDs can indicate that an attacker is trying to guess TXIDs to inject fake DNS records. Monitoring entropy helps in identifying this vulnerability.</a:t>
            </a:r>
          </a:p>
        </p:txBody>
      </p:sp>
    </p:spTree>
    <p:extLst>
      <p:ext uri="{BB962C8B-B14F-4D97-AF65-F5344CB8AC3E}">
        <p14:creationId xmlns:p14="http://schemas.microsoft.com/office/powerpoint/2010/main" val="39771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C4853-CA5A-DC7A-DACA-DF4E7ED065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E72813-713C-2F74-E007-B4990C400749}"/>
              </a:ext>
            </a:extLst>
          </p:cNvPr>
          <p:cNvSpPr txBox="1"/>
          <p:nvPr/>
        </p:nvSpPr>
        <p:spPr>
          <a:xfrm>
            <a:off x="3960812" y="1066800"/>
            <a:ext cx="5334000" cy="584775"/>
          </a:xfrm>
          <a:prstGeom prst="rect">
            <a:avLst/>
          </a:prstGeom>
          <a:noFill/>
        </p:spPr>
        <p:txBody>
          <a:bodyPr wrap="square" rtlCol="0">
            <a:spAutoFit/>
          </a:bodyPr>
          <a:lstStyle/>
          <a:p>
            <a:r>
              <a:rPr lang="en-US" sz="3200" i="0" dirty="0" err="1">
                <a:solidFill>
                  <a:schemeClr val="accent1"/>
                </a:solidFill>
                <a:effectLst/>
                <a:latin typeface="Segoe UI" panose="020B0502040204020203" pitchFamily="34" charset="0"/>
              </a:rPr>
              <a:t>Alogrithms</a:t>
            </a:r>
            <a:r>
              <a:rPr lang="en-US" sz="3200" i="0" dirty="0">
                <a:solidFill>
                  <a:schemeClr val="accent1"/>
                </a:solidFill>
                <a:effectLst/>
                <a:latin typeface="Segoe UI" panose="020B0502040204020203" pitchFamily="34" charset="0"/>
              </a:rPr>
              <a:t> Applied </a:t>
            </a:r>
          </a:p>
        </p:txBody>
      </p:sp>
      <p:sp>
        <p:nvSpPr>
          <p:cNvPr id="4" name="TextBox 3">
            <a:extLst>
              <a:ext uri="{FF2B5EF4-FFF2-40B4-BE49-F238E27FC236}">
                <a16:creationId xmlns:a16="http://schemas.microsoft.com/office/drawing/2014/main" id="{C190863B-42CE-C43B-D4D8-33D86856AD0D}"/>
              </a:ext>
            </a:extLst>
          </p:cNvPr>
          <p:cNvSpPr txBox="1"/>
          <p:nvPr/>
        </p:nvSpPr>
        <p:spPr>
          <a:xfrm>
            <a:off x="1789112" y="2021691"/>
            <a:ext cx="8610600" cy="2814617"/>
          </a:xfrm>
          <a:prstGeom prst="rect">
            <a:avLst/>
          </a:prstGeom>
          <a:noFill/>
          <a:ln w="9525" cap="flat" cmpd="sng" algn="ctr">
            <a:solidFill>
              <a:schemeClr val="accent1"/>
            </a:solidFill>
            <a:prstDash val="solid"/>
            <a:round/>
            <a:headEnd type="none" w="med" len="med"/>
            <a:tailEnd type="none" w="med" len="med"/>
          </a:ln>
          <a:effectLst>
            <a:glow rad="63500">
              <a:schemeClr val="accent1">
                <a:satMod val="175000"/>
                <a:alpha val="40000"/>
              </a:schemeClr>
            </a:glow>
          </a:effectLst>
        </p:spPr>
        <p:style>
          <a:lnRef idx="0">
            <a:scrgbClr r="0" g="0" b="0"/>
          </a:lnRef>
          <a:fillRef idx="0">
            <a:scrgbClr r="0" g="0" b="0"/>
          </a:fillRef>
          <a:effectRef idx="0">
            <a:scrgbClr r="0" g="0" b="0"/>
          </a:effectRef>
          <a:fontRef idx="minor">
            <a:schemeClr val="accent1"/>
          </a:fontRef>
        </p:style>
        <p:txBody>
          <a:bodyPr wrap="square" rtlCol="0">
            <a:spAutoFit/>
          </a:bodyPr>
          <a:lstStyle/>
          <a:p>
            <a:pPr>
              <a:lnSpc>
                <a:spcPct val="150000"/>
              </a:lnSpc>
            </a:pPr>
            <a:r>
              <a:rPr lang="en-AE" sz="2000" dirty="0">
                <a:solidFill>
                  <a:schemeClr val="tx1"/>
                </a:solidFill>
              </a:rPr>
              <a:t>The selection of ML </a:t>
            </a:r>
            <a:r>
              <a:rPr lang="en-AE" sz="2000" dirty="0" err="1">
                <a:solidFill>
                  <a:schemeClr val="tx1"/>
                </a:solidFill>
              </a:rPr>
              <a:t>Alogrithms</a:t>
            </a:r>
            <a:r>
              <a:rPr lang="en-AE" sz="2000" dirty="0">
                <a:solidFill>
                  <a:schemeClr val="tx1"/>
                </a:solidFill>
              </a:rPr>
              <a:t> like </a:t>
            </a:r>
            <a:r>
              <a:rPr lang="en-AE" sz="2000" b="1" dirty="0">
                <a:solidFill>
                  <a:schemeClr val="tx1"/>
                </a:solidFill>
              </a:rPr>
              <a:t>Isolation Forest, </a:t>
            </a:r>
            <a:r>
              <a:rPr lang="en-AE" sz="2000" b="1" dirty="0" err="1">
                <a:solidFill>
                  <a:schemeClr val="tx1"/>
                </a:solidFill>
              </a:rPr>
              <a:t>KMeans</a:t>
            </a:r>
            <a:r>
              <a:rPr lang="en-AE" sz="2000" b="1" dirty="0">
                <a:solidFill>
                  <a:schemeClr val="tx1"/>
                </a:solidFill>
              </a:rPr>
              <a:t> Clustering, and One-Class SVM</a:t>
            </a:r>
            <a:r>
              <a:rPr lang="en-AE" sz="2000" dirty="0">
                <a:solidFill>
                  <a:schemeClr val="tx1"/>
                </a:solidFill>
              </a:rPr>
              <a:t> for DNS anomaly detection is based on their </a:t>
            </a:r>
            <a:r>
              <a:rPr lang="en-US" sz="2000" dirty="0">
                <a:solidFill>
                  <a:schemeClr val="tx1"/>
                </a:solidFill>
              </a:rPr>
              <a:t>ability for</a:t>
            </a:r>
            <a:r>
              <a:rPr lang="en-AE" sz="2000" dirty="0">
                <a:solidFill>
                  <a:schemeClr val="tx1"/>
                </a:solidFill>
              </a:rPr>
              <a:t> handling unsupervised learning tasks, where no </a:t>
            </a:r>
            <a:r>
              <a:rPr lang="en-AE" sz="2000" dirty="0" err="1">
                <a:solidFill>
                  <a:schemeClr val="tx1"/>
                </a:solidFill>
              </a:rPr>
              <a:t>labeled</a:t>
            </a:r>
            <a:r>
              <a:rPr lang="en-AE" sz="2000" dirty="0">
                <a:solidFill>
                  <a:schemeClr val="tx1"/>
                </a:solidFill>
              </a:rPr>
              <a:t> data is available. These models </a:t>
            </a:r>
            <a:r>
              <a:rPr lang="en-AE" sz="2000" dirty="0" err="1">
                <a:solidFill>
                  <a:schemeClr val="tx1"/>
                </a:solidFill>
              </a:rPr>
              <a:t>analyze</a:t>
            </a:r>
            <a:r>
              <a:rPr lang="en-AE" sz="2000" dirty="0">
                <a:solidFill>
                  <a:schemeClr val="tx1"/>
                </a:solidFill>
              </a:rPr>
              <a:t> the underlying patterns in DNS traffic and identify </a:t>
            </a:r>
            <a:r>
              <a:rPr lang="en-US" sz="2000" dirty="0">
                <a:solidFill>
                  <a:schemeClr val="tx1"/>
                </a:solidFill>
              </a:rPr>
              <a:t>unusual patterns</a:t>
            </a:r>
            <a:r>
              <a:rPr lang="en-AE" sz="2000" dirty="0">
                <a:solidFill>
                  <a:schemeClr val="tx1"/>
                </a:solidFill>
              </a:rPr>
              <a:t> as anomalies, effectively adding labels to the data by distinguishing normal points from outliers.</a:t>
            </a:r>
            <a:endParaRPr lang="en-AE" sz="2800" dirty="0">
              <a:solidFill>
                <a:schemeClr val="tx1"/>
              </a:solidFill>
            </a:endParaRPr>
          </a:p>
        </p:txBody>
      </p:sp>
    </p:spTree>
    <p:extLst>
      <p:ext uri="{BB962C8B-B14F-4D97-AF65-F5344CB8AC3E}">
        <p14:creationId xmlns:p14="http://schemas.microsoft.com/office/powerpoint/2010/main" val="148020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78D6FE-E02F-C1C0-BB4C-83B927D3C38B}"/>
              </a:ext>
            </a:extLst>
          </p:cNvPr>
          <p:cNvSpPr txBox="1"/>
          <p:nvPr/>
        </p:nvSpPr>
        <p:spPr>
          <a:xfrm>
            <a:off x="1065212" y="322591"/>
            <a:ext cx="5334000" cy="584775"/>
          </a:xfrm>
          <a:prstGeom prst="rect">
            <a:avLst/>
          </a:prstGeom>
          <a:noFill/>
        </p:spPr>
        <p:txBody>
          <a:bodyPr wrap="square" rtlCol="0">
            <a:spAutoFit/>
          </a:bodyPr>
          <a:lstStyle/>
          <a:p>
            <a:r>
              <a:rPr lang="en-US" sz="3200" i="0" dirty="0" err="1">
                <a:solidFill>
                  <a:schemeClr val="accent1"/>
                </a:solidFill>
                <a:effectLst/>
                <a:latin typeface="Segoe UI" panose="020B0502040204020203" pitchFamily="34" charset="0"/>
              </a:rPr>
              <a:t>Alogrithms</a:t>
            </a:r>
            <a:r>
              <a:rPr lang="en-US" sz="3200" i="0" dirty="0">
                <a:solidFill>
                  <a:schemeClr val="accent1"/>
                </a:solidFill>
                <a:effectLst/>
                <a:latin typeface="Segoe UI" panose="020B0502040204020203" pitchFamily="34" charset="0"/>
              </a:rPr>
              <a:t> Applied </a:t>
            </a:r>
          </a:p>
        </p:txBody>
      </p:sp>
      <p:graphicFrame>
        <p:nvGraphicFramePr>
          <p:cNvPr id="3" name="Table 2">
            <a:extLst>
              <a:ext uri="{FF2B5EF4-FFF2-40B4-BE49-F238E27FC236}">
                <a16:creationId xmlns:a16="http://schemas.microsoft.com/office/drawing/2014/main" id="{9BBC2CF4-119F-A492-1DDE-3E702F0FBD98}"/>
              </a:ext>
            </a:extLst>
          </p:cNvPr>
          <p:cNvGraphicFramePr>
            <a:graphicFrameLocks noGrp="1"/>
          </p:cNvGraphicFramePr>
          <p:nvPr>
            <p:extLst>
              <p:ext uri="{D42A27DB-BD31-4B8C-83A1-F6EECF244321}">
                <p14:modId xmlns:p14="http://schemas.microsoft.com/office/powerpoint/2010/main" val="280638015"/>
              </p:ext>
            </p:extLst>
          </p:nvPr>
        </p:nvGraphicFramePr>
        <p:xfrm>
          <a:off x="1014607" y="1219200"/>
          <a:ext cx="10686479" cy="5023821"/>
        </p:xfrm>
        <a:graphic>
          <a:graphicData uri="http://schemas.openxmlformats.org/drawingml/2006/table">
            <a:tbl>
              <a:tblPr firstRow="1" bandRow="1">
                <a:tableStyleId>{69012ECD-51FC-41F1-AA8D-1B2483CD663E}</a:tableStyleId>
              </a:tblPr>
              <a:tblGrid>
                <a:gridCol w="2094929">
                  <a:extLst>
                    <a:ext uri="{9D8B030D-6E8A-4147-A177-3AD203B41FA5}">
                      <a16:colId xmlns:a16="http://schemas.microsoft.com/office/drawing/2014/main" val="3605726902"/>
                    </a:ext>
                  </a:extLst>
                </a:gridCol>
                <a:gridCol w="2628900">
                  <a:extLst>
                    <a:ext uri="{9D8B030D-6E8A-4147-A177-3AD203B41FA5}">
                      <a16:colId xmlns:a16="http://schemas.microsoft.com/office/drawing/2014/main" val="2909883319"/>
                    </a:ext>
                  </a:extLst>
                </a:gridCol>
                <a:gridCol w="2914650">
                  <a:extLst>
                    <a:ext uri="{9D8B030D-6E8A-4147-A177-3AD203B41FA5}">
                      <a16:colId xmlns:a16="http://schemas.microsoft.com/office/drawing/2014/main" val="1005546866"/>
                    </a:ext>
                  </a:extLst>
                </a:gridCol>
                <a:gridCol w="3048000">
                  <a:extLst>
                    <a:ext uri="{9D8B030D-6E8A-4147-A177-3AD203B41FA5}">
                      <a16:colId xmlns:a16="http://schemas.microsoft.com/office/drawing/2014/main" val="3062676030"/>
                    </a:ext>
                  </a:extLst>
                </a:gridCol>
              </a:tblGrid>
              <a:tr h="381000">
                <a:tc>
                  <a:txBody>
                    <a:bodyPr/>
                    <a:lstStyle/>
                    <a:p>
                      <a:pPr algn="ctr"/>
                      <a:r>
                        <a:rPr lang="en-US" dirty="0"/>
                        <a:t> Model</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Isolation Forest </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K-Means</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One-Class SVM</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4894855"/>
                  </a:ext>
                </a:extLst>
              </a:tr>
              <a:tr h="0">
                <a:tc>
                  <a:txBody>
                    <a:bodyPr/>
                    <a:lstStyle/>
                    <a:p>
                      <a:pPr algn="ctr"/>
                      <a:r>
                        <a:rPr lang="en-US" dirty="0"/>
                        <a:t>How it works</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isolates anomalies by recursively partitioning the data using random splits on features. Anomalies are isolated faster since they require fewer splits.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groups data into clusters based on feature similarity. Points far from cluster </a:t>
                      </a:r>
                      <a:r>
                        <a:rPr lang="en-AE" sz="1800" dirty="0" err="1"/>
                        <a:t>centers</a:t>
                      </a:r>
                      <a:r>
                        <a:rPr lang="en-AE" sz="1800" dirty="0"/>
                        <a:t> are flagged as anomalies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learns a boundary around the normal data using support vectors. Points outside this boundary are flagged as anomalies.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2520976"/>
                  </a:ext>
                </a:extLst>
              </a:tr>
              <a:tr h="1210235">
                <a:tc>
                  <a:txBody>
                    <a:bodyPr/>
                    <a:lstStyle/>
                    <a:p>
                      <a:pPr algn="ctr"/>
                      <a:r>
                        <a:rPr lang="en-US" dirty="0"/>
                        <a:t>Advantages</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Fast, scalable, and works for large, high-dimensional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Simple, scalable, and effective for clear clusters.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Effective for small datasets, clear boundaries.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1573060"/>
                  </a:ext>
                </a:extLst>
              </a:tr>
              <a:tr h="1344706">
                <a:tc>
                  <a:txBody>
                    <a:bodyPr/>
                    <a:lstStyle/>
                    <a:p>
                      <a:pPr algn="ctr"/>
                      <a:r>
                        <a:rPr lang="en-US" dirty="0"/>
                        <a:t>Disadvantages </a:t>
                      </a:r>
                      <a:endParaRPr lang="en-A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Sensitive to parameters, may overfit small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Requires predefined clusters, struggles with non-spherical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AE" sz="1800" dirty="0"/>
                        <a:t>Slow for large datasets, sensitive to parameters.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5269151"/>
                  </a:ext>
                </a:extLst>
              </a:tr>
            </a:tbl>
          </a:graphicData>
        </a:graphic>
      </p:graphicFrame>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3FA8B4F-4CC0-5678-3DE1-8F9D1902461E}"/>
              </a:ext>
            </a:extLst>
          </p:cNvPr>
          <p:cNvSpPr txBox="1"/>
          <p:nvPr/>
        </p:nvSpPr>
        <p:spPr>
          <a:xfrm>
            <a:off x="1065212" y="322591"/>
            <a:ext cx="5334000" cy="584775"/>
          </a:xfrm>
          <a:prstGeom prst="rect">
            <a:avLst/>
          </a:prstGeom>
          <a:noFill/>
        </p:spPr>
        <p:txBody>
          <a:bodyPr wrap="square" rtlCol="0">
            <a:spAutoFit/>
          </a:bodyPr>
          <a:lstStyle/>
          <a:p>
            <a:r>
              <a:rPr lang="en-US" sz="3200" dirty="0">
                <a:solidFill>
                  <a:schemeClr val="accent1"/>
                </a:solidFill>
                <a:latin typeface="Segoe UI" panose="020B0502040204020203" pitchFamily="34" charset="0"/>
              </a:rPr>
              <a:t>Conclusion</a:t>
            </a:r>
            <a:r>
              <a:rPr lang="en-US" sz="3200" i="0" dirty="0">
                <a:solidFill>
                  <a:schemeClr val="accent1"/>
                </a:solidFill>
                <a:effectLst/>
                <a:latin typeface="Segoe UI" panose="020B0502040204020203" pitchFamily="34" charset="0"/>
              </a:rPr>
              <a:t> </a:t>
            </a:r>
          </a:p>
        </p:txBody>
      </p:sp>
      <p:pic>
        <p:nvPicPr>
          <p:cNvPr id="9" name="Picture 8" descr="A graph showing different colored bars&#10;&#10;Description automatically generated">
            <a:extLst>
              <a:ext uri="{FF2B5EF4-FFF2-40B4-BE49-F238E27FC236}">
                <a16:creationId xmlns:a16="http://schemas.microsoft.com/office/drawing/2014/main" id="{4C23DA8F-1457-5B1F-AAFE-354631F25830}"/>
              </a:ext>
            </a:extLst>
          </p:cNvPr>
          <p:cNvPicPr>
            <a:picLocks noChangeAspect="1"/>
          </p:cNvPicPr>
          <p:nvPr/>
        </p:nvPicPr>
        <p:blipFill>
          <a:blip r:embed="rId2">
            <a:extLst>
              <a:ext uri="{28A0092B-C50C-407E-A947-70E740481C1C}">
                <a14:useLocalDpi xmlns:a14="http://schemas.microsoft.com/office/drawing/2010/main" val="0"/>
              </a:ext>
            </a:extLst>
          </a:blip>
          <a:srcRect l="730"/>
          <a:stretch/>
        </p:blipFill>
        <p:spPr>
          <a:xfrm>
            <a:off x="1065981" y="990600"/>
            <a:ext cx="10363200" cy="5651213"/>
          </a:xfrm>
          <a:prstGeom prst="rect">
            <a:avLst/>
          </a:prstGeom>
          <a:solidFill>
            <a:schemeClr val="accent1"/>
          </a:solidFill>
          <a:ln>
            <a:solidFill>
              <a:schemeClr val="accent1"/>
            </a:solidFill>
          </a:ln>
        </p:spPr>
      </p:pic>
    </p:spTree>
    <p:extLst>
      <p:ext uri="{BB962C8B-B14F-4D97-AF65-F5344CB8AC3E}">
        <p14:creationId xmlns:p14="http://schemas.microsoft.com/office/powerpoint/2010/main" val="231904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26BF-CD23-E80F-3EC5-122CDEEC9BC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68AB071-2FD3-4C3F-A668-DA82526C97C4}"/>
              </a:ext>
            </a:extLst>
          </p:cNvPr>
          <p:cNvSpPr txBox="1"/>
          <p:nvPr/>
        </p:nvSpPr>
        <p:spPr>
          <a:xfrm>
            <a:off x="1217612" y="457200"/>
            <a:ext cx="5334000" cy="584775"/>
          </a:xfrm>
          <a:prstGeom prst="rect">
            <a:avLst/>
          </a:prstGeom>
          <a:noFill/>
        </p:spPr>
        <p:txBody>
          <a:bodyPr wrap="square" rtlCol="0">
            <a:spAutoFit/>
          </a:bodyPr>
          <a:lstStyle/>
          <a:p>
            <a:r>
              <a:rPr lang="en-US" sz="3200" dirty="0">
                <a:solidFill>
                  <a:schemeClr val="accent1"/>
                </a:solidFill>
                <a:latin typeface="Segoe UI" panose="020B0502040204020203" pitchFamily="34" charset="0"/>
              </a:rPr>
              <a:t>Conclusion</a:t>
            </a:r>
            <a:r>
              <a:rPr lang="en-US" sz="3200" i="0" dirty="0">
                <a:solidFill>
                  <a:schemeClr val="accent1"/>
                </a:solidFill>
                <a:effectLst/>
                <a:latin typeface="Segoe UI" panose="020B0502040204020203" pitchFamily="34" charset="0"/>
              </a:rPr>
              <a:t> </a:t>
            </a:r>
          </a:p>
        </p:txBody>
      </p:sp>
      <p:sp>
        <p:nvSpPr>
          <p:cNvPr id="3" name="TextBox 2">
            <a:extLst>
              <a:ext uri="{FF2B5EF4-FFF2-40B4-BE49-F238E27FC236}">
                <a16:creationId xmlns:a16="http://schemas.microsoft.com/office/drawing/2014/main" id="{6300480F-36F0-A368-841F-C05265B35F09}"/>
              </a:ext>
            </a:extLst>
          </p:cNvPr>
          <p:cNvSpPr txBox="1"/>
          <p:nvPr/>
        </p:nvSpPr>
        <p:spPr>
          <a:xfrm>
            <a:off x="1065212" y="1029534"/>
            <a:ext cx="9906000" cy="5575052"/>
          </a:xfrm>
          <a:prstGeom prst="rect">
            <a:avLst/>
          </a:prstGeom>
          <a:noFill/>
        </p:spPr>
        <p:txBody>
          <a:bodyPr wrap="square">
            <a:spAutoFit/>
          </a:bodyPr>
          <a:lstStyle/>
          <a:p>
            <a:pPr>
              <a:lnSpc>
                <a:spcPct val="150000"/>
              </a:lnSpc>
            </a:pPr>
            <a:r>
              <a:rPr lang="en-AE" dirty="0"/>
              <a:t>We tested three anomaly detection models: </a:t>
            </a:r>
            <a:r>
              <a:rPr lang="en-AE" b="1" dirty="0"/>
              <a:t>Isolation Forest, K-Means, and One-Class SVM</a:t>
            </a:r>
            <a:r>
              <a:rPr lang="en-AE" dirty="0"/>
              <a:t>.</a:t>
            </a:r>
          </a:p>
          <a:p>
            <a:pPr marL="342900" indent="-342900">
              <a:lnSpc>
                <a:spcPct val="150000"/>
              </a:lnSpc>
              <a:buFont typeface="Arial" panose="020B0604020202020204" pitchFamily="34" charset="0"/>
              <a:buChar char="•"/>
            </a:pPr>
            <a:r>
              <a:rPr lang="en-AE" b="1" dirty="0">
                <a:solidFill>
                  <a:schemeClr val="accent1"/>
                </a:solidFill>
              </a:rPr>
              <a:t>Isolation Forest</a:t>
            </a:r>
            <a:r>
              <a:rPr lang="en-AE" dirty="0">
                <a:solidFill>
                  <a:schemeClr val="accent1"/>
                </a:solidFill>
              </a:rPr>
              <a:t> </a:t>
            </a:r>
            <a:r>
              <a:rPr lang="en-AE" dirty="0"/>
              <a:t>achieved the highest </a:t>
            </a:r>
            <a:r>
              <a:rPr lang="en-AE" b="1" dirty="0"/>
              <a:t>precision, recall, and F1-Score</a:t>
            </a:r>
            <a:r>
              <a:rPr lang="en-AE" dirty="0"/>
              <a:t>, making it look like the optimal solution. However, it suffers from overfitting, limiting its ability to handle unseen data.</a:t>
            </a:r>
          </a:p>
          <a:p>
            <a:pPr marL="342900" indent="-342900">
              <a:lnSpc>
                <a:spcPct val="150000"/>
              </a:lnSpc>
              <a:buFont typeface="Arial" panose="020B0604020202020204" pitchFamily="34" charset="0"/>
              <a:buChar char="•"/>
            </a:pPr>
            <a:r>
              <a:rPr lang="en-AE" b="1" dirty="0">
                <a:solidFill>
                  <a:schemeClr val="accent1"/>
                </a:solidFill>
              </a:rPr>
              <a:t>K-Means</a:t>
            </a:r>
            <a:r>
              <a:rPr lang="en-AE" dirty="0"/>
              <a:t> performed consistently well across the metrics. It avoids overfitting and generalizes better, making it more reliable for real-world scenarios.</a:t>
            </a:r>
          </a:p>
          <a:p>
            <a:pPr marL="342900" indent="-342900">
              <a:lnSpc>
                <a:spcPct val="150000"/>
              </a:lnSpc>
              <a:buFont typeface="Arial" panose="020B0604020202020204" pitchFamily="34" charset="0"/>
              <a:buChar char="•"/>
            </a:pPr>
            <a:r>
              <a:rPr lang="en-AE" b="1" dirty="0">
                <a:solidFill>
                  <a:schemeClr val="accent1"/>
                </a:solidFill>
              </a:rPr>
              <a:t>One-Class SVM</a:t>
            </a:r>
            <a:r>
              <a:rPr lang="en-AE" dirty="0">
                <a:solidFill>
                  <a:schemeClr val="accent1"/>
                </a:solidFill>
              </a:rPr>
              <a:t> </a:t>
            </a:r>
            <a:r>
              <a:rPr lang="en-AE" dirty="0"/>
              <a:t>showed the lowest performance, indicating it struggles with the complexity of the data and is less suitable.</a:t>
            </a:r>
          </a:p>
        </p:txBody>
      </p:sp>
    </p:spTree>
    <p:extLst>
      <p:ext uri="{BB962C8B-B14F-4D97-AF65-F5344CB8AC3E}">
        <p14:creationId xmlns:p14="http://schemas.microsoft.com/office/powerpoint/2010/main" val="240115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EC2A7-095B-EF1B-257C-90F49B9AF2E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4A6856F-B2C2-1635-5F34-7EC4192C953B}"/>
              </a:ext>
            </a:extLst>
          </p:cNvPr>
          <p:cNvSpPr txBox="1"/>
          <p:nvPr/>
        </p:nvSpPr>
        <p:spPr>
          <a:xfrm>
            <a:off x="1217579" y="679101"/>
            <a:ext cx="5334000" cy="584775"/>
          </a:xfrm>
          <a:prstGeom prst="rect">
            <a:avLst/>
          </a:prstGeom>
          <a:noFill/>
        </p:spPr>
        <p:txBody>
          <a:bodyPr wrap="square" rtlCol="0">
            <a:spAutoFit/>
          </a:bodyPr>
          <a:lstStyle/>
          <a:p>
            <a:r>
              <a:rPr lang="en-US" sz="3200" dirty="0">
                <a:solidFill>
                  <a:schemeClr val="accent1"/>
                </a:solidFill>
                <a:latin typeface="Segoe UI" panose="020B0502040204020203" pitchFamily="34" charset="0"/>
              </a:rPr>
              <a:t>Conclusion</a:t>
            </a:r>
            <a:r>
              <a:rPr lang="en-US" sz="3200" i="0" dirty="0">
                <a:solidFill>
                  <a:schemeClr val="accent1"/>
                </a:solidFill>
                <a:effectLst/>
                <a:latin typeface="Segoe UI" panose="020B0502040204020203" pitchFamily="34" charset="0"/>
              </a:rPr>
              <a:t> </a:t>
            </a:r>
          </a:p>
        </p:txBody>
      </p:sp>
      <p:sp>
        <p:nvSpPr>
          <p:cNvPr id="3" name="TextBox 2">
            <a:extLst>
              <a:ext uri="{FF2B5EF4-FFF2-40B4-BE49-F238E27FC236}">
                <a16:creationId xmlns:a16="http://schemas.microsoft.com/office/drawing/2014/main" id="{26766C07-4E65-488A-2F9C-79850BB6CCF5}"/>
              </a:ext>
            </a:extLst>
          </p:cNvPr>
          <p:cNvSpPr txBox="1"/>
          <p:nvPr/>
        </p:nvSpPr>
        <p:spPr>
          <a:xfrm>
            <a:off x="1217579" y="1676400"/>
            <a:ext cx="10058400" cy="3913059"/>
          </a:xfrm>
          <a:prstGeom prst="rect">
            <a:avLst/>
          </a:prstGeom>
          <a:noFill/>
        </p:spPr>
        <p:txBody>
          <a:bodyPr wrap="square">
            <a:spAutoFit/>
          </a:bodyPr>
          <a:lstStyle/>
          <a:p>
            <a:pPr>
              <a:lnSpc>
                <a:spcPct val="150000"/>
              </a:lnSpc>
            </a:pPr>
            <a:r>
              <a:rPr lang="en-AE" dirty="0"/>
              <a:t>After comparing all three models:</a:t>
            </a:r>
          </a:p>
          <a:p>
            <a:pPr marL="342900" indent="-342900">
              <a:lnSpc>
                <a:spcPct val="150000"/>
              </a:lnSpc>
              <a:buFont typeface="Courier New" panose="02070309020205020404" pitchFamily="49" charset="0"/>
              <a:buChar char="o"/>
            </a:pPr>
            <a:r>
              <a:rPr lang="en-AE" b="1" dirty="0">
                <a:solidFill>
                  <a:schemeClr val="accent1"/>
                </a:solidFill>
              </a:rPr>
              <a:t>Isolation Forest</a:t>
            </a:r>
            <a:r>
              <a:rPr lang="en-AE" dirty="0">
                <a:solidFill>
                  <a:schemeClr val="accent1"/>
                </a:solidFill>
              </a:rPr>
              <a:t> </a:t>
            </a:r>
            <a:r>
              <a:rPr lang="en-AE" dirty="0"/>
              <a:t>delivers the best scores but is impacted by overfitting.</a:t>
            </a:r>
          </a:p>
          <a:p>
            <a:pPr marL="342900" indent="-342900">
              <a:lnSpc>
                <a:spcPct val="150000"/>
              </a:lnSpc>
              <a:buFont typeface="Courier New" panose="02070309020205020404" pitchFamily="49" charset="0"/>
              <a:buChar char="o"/>
            </a:pPr>
            <a:r>
              <a:rPr lang="en-AE" b="1" dirty="0">
                <a:solidFill>
                  <a:schemeClr val="accent1"/>
                </a:solidFill>
              </a:rPr>
              <a:t>K-Means</a:t>
            </a:r>
            <a:r>
              <a:rPr lang="en-AE" dirty="0"/>
              <a:t> </a:t>
            </a:r>
            <a:r>
              <a:rPr lang="en-US" dirty="0"/>
              <a:t>delivers</a:t>
            </a:r>
            <a:r>
              <a:rPr lang="en-AE" dirty="0"/>
              <a:t> the </a:t>
            </a:r>
            <a:r>
              <a:rPr lang="en-AE" b="1" dirty="0">
                <a:solidFill>
                  <a:schemeClr val="accent1"/>
                </a:solidFill>
              </a:rPr>
              <a:t>optimal solution</a:t>
            </a:r>
            <a:r>
              <a:rPr lang="en-AE" dirty="0"/>
              <a:t>, balancing performance and generalization.</a:t>
            </a:r>
          </a:p>
          <a:p>
            <a:pPr marL="342900" indent="-342900">
              <a:lnSpc>
                <a:spcPct val="150000"/>
              </a:lnSpc>
              <a:buFont typeface="Courier New" panose="02070309020205020404" pitchFamily="49" charset="0"/>
              <a:buChar char="o"/>
            </a:pPr>
            <a:r>
              <a:rPr lang="en-AE" b="1" dirty="0">
                <a:solidFill>
                  <a:schemeClr val="accent1"/>
                </a:solidFill>
              </a:rPr>
              <a:t>One-Class SVM</a:t>
            </a:r>
            <a:r>
              <a:rPr lang="en-AE" dirty="0">
                <a:solidFill>
                  <a:schemeClr val="accent1"/>
                </a:solidFill>
              </a:rPr>
              <a:t> </a:t>
            </a:r>
            <a:r>
              <a:rPr lang="en-AE" dirty="0"/>
              <a:t>remains the weakest choice.</a:t>
            </a:r>
          </a:p>
          <a:p>
            <a:pPr>
              <a:lnSpc>
                <a:spcPct val="150000"/>
              </a:lnSpc>
            </a:pPr>
            <a:r>
              <a:rPr lang="en-AE" dirty="0"/>
              <a:t>The final recommendation is </a:t>
            </a:r>
            <a:r>
              <a:rPr lang="en-AE" b="1" dirty="0">
                <a:solidFill>
                  <a:schemeClr val="accent1"/>
                </a:solidFill>
              </a:rPr>
              <a:t>K-Means</a:t>
            </a:r>
            <a:r>
              <a:rPr lang="en-AE" dirty="0">
                <a:solidFill>
                  <a:schemeClr val="accent1"/>
                </a:solidFill>
              </a:rPr>
              <a:t> </a:t>
            </a:r>
            <a:r>
              <a:rPr lang="en-AE" dirty="0"/>
              <a:t>because it offers consistent performance and avoids overfitting, ensuring robust DNS anomaly detection.</a:t>
            </a:r>
          </a:p>
        </p:txBody>
      </p:sp>
    </p:spTree>
    <p:extLst>
      <p:ext uri="{BB962C8B-B14F-4D97-AF65-F5344CB8AC3E}">
        <p14:creationId xmlns:p14="http://schemas.microsoft.com/office/powerpoint/2010/main" val="373727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4B2B0-7441-E699-8979-B55F673F5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0DCA4-5E32-BCDC-1CE2-A266CC6E7636}"/>
              </a:ext>
            </a:extLst>
          </p:cNvPr>
          <p:cNvSpPr>
            <a:spLocks noGrp="1"/>
          </p:cNvSpPr>
          <p:nvPr>
            <p:ph type="ctrTitle"/>
          </p:nvPr>
        </p:nvSpPr>
        <p:spPr>
          <a:xfrm>
            <a:off x="1979612" y="1981200"/>
            <a:ext cx="8735325" cy="2000251"/>
          </a:xfrm>
        </p:spPr>
        <p:txBody>
          <a:bodyPr/>
          <a:lstStyle/>
          <a:p>
            <a:r>
              <a:rPr lang="en-US" b="1" dirty="0">
                <a:latin typeface="Segoe UI" panose="020B0502040204020203" pitchFamily="34" charset="0"/>
              </a:rPr>
              <a:t>Thank you</a:t>
            </a:r>
            <a:endParaRPr lang="en-US" dirty="0"/>
          </a:p>
        </p:txBody>
      </p:sp>
    </p:spTree>
    <p:extLst>
      <p:ext uri="{BB962C8B-B14F-4D97-AF65-F5344CB8AC3E}">
        <p14:creationId xmlns:p14="http://schemas.microsoft.com/office/powerpoint/2010/main" val="320782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Props1.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3.xml><?xml version="1.0" encoding="utf-8"?>
<ds:datastoreItem xmlns:ds="http://schemas.openxmlformats.org/officeDocument/2006/customXml" ds:itemID="{60C67BEE-D13F-4BD2-98A5-34D8A0977F68}">
  <ds:schemaRefs>
    <ds:schemaRef ds:uri="http://schemas.microsoft.com/office/2006/documentManagement/types"/>
    <ds:schemaRef ds:uri="http://www.w3.org/XML/1998/namespace"/>
    <ds:schemaRef ds:uri="http://purl.org/dc/elements/1.1/"/>
    <ds:schemaRef ds:uri="http://purl.org/dc/terms/"/>
    <ds:schemaRef ds:uri="http://schemas.openxmlformats.org/package/2006/metadata/core-properties"/>
    <ds:schemaRef ds:uri="4873beb7-5857-4685-be1f-d57550cc96cc"/>
    <ds:schemaRef ds:uri="http://schemas.microsoft.com/office/infopath/2007/PartnerControl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269</TotalTime>
  <Words>992</Words>
  <Application>Microsoft Office PowerPoint</Application>
  <PresentationFormat>Custom</PresentationFormat>
  <Paragraphs>73</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Segoe UI</vt:lpstr>
      <vt:lpstr>Sylfaen</vt:lpstr>
      <vt:lpstr>Wingdings</vt:lpstr>
      <vt:lpstr>Tech 16x9</vt:lpstr>
      <vt:lpstr>DNS Anomaly Detection</vt:lpstr>
      <vt:lpstr>Maryam Waheed Zamel           ID : 2205154 Amina Ahmed Ferra                 ID : 2205225 Mayssoune Hussein ElMasry    ID : 2205251 Hanin Mohamed Hamouda      ID : 2205232  </vt:lpstr>
      <vt:lpstr>Table Of Content</vt:lpstr>
      <vt:lpstr>Why DNS Anomaly Detection </vt:lpstr>
      <vt:lpstr>What is DNS Cache Poisoning</vt:lpstr>
      <vt:lpstr>About The Data</vt:lpstr>
      <vt:lpstr>About The Data</vt:lpstr>
      <vt:lpstr>Feature Selection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Microsoft account</dc:creator>
  <cp:lastModifiedBy>Amina Ferra</cp:lastModifiedBy>
  <cp:revision>1</cp:revision>
  <dcterms:created xsi:type="dcterms:W3CDTF">2024-12-17T15:24:32Z</dcterms:created>
  <dcterms:modified xsi:type="dcterms:W3CDTF">2024-12-17T20:30:31Z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